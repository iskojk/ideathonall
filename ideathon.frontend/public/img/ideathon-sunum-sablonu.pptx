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93350"/>
  <p:notesSz cx="18288000" cy="10293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44"/>
    <p:restoredTop sz="94704"/>
  </p:normalViewPr>
  <p:slideViewPr>
    <p:cSldViewPr>
      <p:cViewPr varScale="1">
        <p:scale>
          <a:sx n="70" d="100"/>
          <a:sy n="70" d="100"/>
        </p:scale>
        <p:origin x="134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90938"/>
            <a:ext cx="15544800" cy="21616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1" i="0">
                <a:solidFill>
                  <a:schemeClr val="bg1"/>
                </a:solidFill>
                <a:latin typeface="Gotham Black"/>
                <a:cs typeface="Gotham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4276"/>
            <a:ext cx="12801600" cy="2573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chemeClr val="bg1"/>
                </a:solidFill>
                <a:latin typeface="Gotham Black"/>
                <a:cs typeface="Gotham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chemeClr val="bg1"/>
                </a:solidFill>
                <a:latin typeface="Gotham Black"/>
                <a:cs typeface="Gotham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7470"/>
            <a:ext cx="7955280" cy="67936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7470"/>
            <a:ext cx="7955280" cy="67936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50" b="1" i="0">
                <a:solidFill>
                  <a:schemeClr val="bg1"/>
                </a:solidFill>
                <a:latin typeface="Gotham Black"/>
                <a:cs typeface="Gotham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86" cy="102887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166103" y="932496"/>
            <a:ext cx="3353434" cy="751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50" b="1" i="0">
                <a:solidFill>
                  <a:schemeClr val="bg1"/>
                </a:solidFill>
                <a:latin typeface="Gotham Black"/>
                <a:cs typeface="Gotham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2129" y="2556082"/>
            <a:ext cx="12705080" cy="4689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72816"/>
            <a:ext cx="5852160" cy="5146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72816"/>
            <a:ext cx="4206240" cy="5146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686380" y="9563307"/>
            <a:ext cx="28130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638A9A"/>
                </a:solidFill>
                <a:latin typeface="Gotham Book"/>
                <a:cs typeface="Gotham Book"/>
              </a:defRPr>
            </a:lvl1pPr>
          </a:lstStyle>
          <a:p>
            <a:pPr marL="12700">
              <a:lnSpc>
                <a:spcPct val="100000"/>
              </a:lnSpc>
              <a:spcBef>
                <a:spcPts val="8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86" cy="10288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97970" y="907022"/>
            <a:ext cx="871679" cy="88645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35596" y="1631641"/>
            <a:ext cx="1889760" cy="316865"/>
            <a:chOff x="935596" y="1631641"/>
            <a:chExt cx="1889760" cy="316865"/>
          </a:xfrm>
        </p:grpSpPr>
        <p:sp>
          <p:nvSpPr>
            <p:cNvPr id="5" name="object 5"/>
            <p:cNvSpPr/>
            <p:nvPr/>
          </p:nvSpPr>
          <p:spPr>
            <a:xfrm>
              <a:off x="1064793" y="1654365"/>
              <a:ext cx="181610" cy="95885"/>
            </a:xfrm>
            <a:custGeom>
              <a:avLst/>
              <a:gdLst/>
              <a:ahLst/>
              <a:cxnLst/>
              <a:rect l="l" t="t" r="r" b="b"/>
              <a:pathLst>
                <a:path w="181609" h="95885">
                  <a:moveTo>
                    <a:pt x="71285" y="1511"/>
                  </a:moveTo>
                  <a:lnTo>
                    <a:pt x="0" y="1511"/>
                  </a:lnTo>
                  <a:lnTo>
                    <a:pt x="0" y="19126"/>
                  </a:lnTo>
                  <a:lnTo>
                    <a:pt x="24904" y="19126"/>
                  </a:lnTo>
                  <a:lnTo>
                    <a:pt x="24904" y="94272"/>
                  </a:lnTo>
                  <a:lnTo>
                    <a:pt x="45961" y="94272"/>
                  </a:lnTo>
                  <a:lnTo>
                    <a:pt x="45961" y="19126"/>
                  </a:lnTo>
                  <a:lnTo>
                    <a:pt x="71285" y="19126"/>
                  </a:lnTo>
                  <a:lnTo>
                    <a:pt x="71285" y="1511"/>
                  </a:lnTo>
                  <a:close/>
                </a:path>
                <a:path w="181609" h="95885">
                  <a:moveTo>
                    <a:pt x="96202" y="75552"/>
                  </a:moveTo>
                  <a:lnTo>
                    <a:pt x="91262" y="70319"/>
                  </a:lnTo>
                  <a:lnTo>
                    <a:pt x="83959" y="70319"/>
                  </a:lnTo>
                  <a:lnTo>
                    <a:pt x="76657" y="70319"/>
                  </a:lnTo>
                  <a:lnTo>
                    <a:pt x="71577" y="75679"/>
                  </a:lnTo>
                  <a:lnTo>
                    <a:pt x="71577" y="90411"/>
                  </a:lnTo>
                  <a:lnTo>
                    <a:pt x="76657" y="95783"/>
                  </a:lnTo>
                  <a:lnTo>
                    <a:pt x="91262" y="95783"/>
                  </a:lnTo>
                  <a:lnTo>
                    <a:pt x="96202" y="90411"/>
                  </a:lnTo>
                  <a:lnTo>
                    <a:pt x="96202" y="75552"/>
                  </a:lnTo>
                  <a:close/>
                </a:path>
                <a:path w="181609" h="95885">
                  <a:moveTo>
                    <a:pt x="181559" y="4114"/>
                  </a:moveTo>
                  <a:lnTo>
                    <a:pt x="177838" y="2197"/>
                  </a:lnTo>
                  <a:lnTo>
                    <a:pt x="169583" y="0"/>
                  </a:lnTo>
                  <a:lnTo>
                    <a:pt x="158711" y="0"/>
                  </a:lnTo>
                  <a:lnTo>
                    <a:pt x="138950" y="3251"/>
                  </a:lnTo>
                  <a:lnTo>
                    <a:pt x="122847" y="12763"/>
                  </a:lnTo>
                  <a:lnTo>
                    <a:pt x="112014" y="28219"/>
                  </a:lnTo>
                  <a:lnTo>
                    <a:pt x="108051" y="49263"/>
                  </a:lnTo>
                  <a:lnTo>
                    <a:pt x="111137" y="67665"/>
                  </a:lnTo>
                  <a:lnTo>
                    <a:pt x="120319" y="82372"/>
                  </a:lnTo>
                  <a:lnTo>
                    <a:pt x="135521" y="92113"/>
                  </a:lnTo>
                  <a:lnTo>
                    <a:pt x="156641" y="95643"/>
                  </a:lnTo>
                  <a:lnTo>
                    <a:pt x="167932" y="95643"/>
                  </a:lnTo>
                  <a:lnTo>
                    <a:pt x="176606" y="93586"/>
                  </a:lnTo>
                  <a:lnTo>
                    <a:pt x="180454" y="91655"/>
                  </a:lnTo>
                  <a:lnTo>
                    <a:pt x="177292" y="75272"/>
                  </a:lnTo>
                  <a:lnTo>
                    <a:pt x="173164" y="76923"/>
                  </a:lnTo>
                  <a:lnTo>
                    <a:pt x="166141" y="78308"/>
                  </a:lnTo>
                  <a:lnTo>
                    <a:pt x="159804" y="78308"/>
                  </a:lnTo>
                  <a:lnTo>
                    <a:pt x="147269" y="76187"/>
                  </a:lnTo>
                  <a:lnTo>
                    <a:pt x="137922" y="70142"/>
                  </a:lnTo>
                  <a:lnTo>
                    <a:pt x="132092" y="60591"/>
                  </a:lnTo>
                  <a:lnTo>
                    <a:pt x="130086" y="48018"/>
                  </a:lnTo>
                  <a:lnTo>
                    <a:pt x="132359" y="34518"/>
                  </a:lnTo>
                  <a:lnTo>
                    <a:pt x="138633" y="24942"/>
                  </a:lnTo>
                  <a:lnTo>
                    <a:pt x="148018" y="19227"/>
                  </a:lnTo>
                  <a:lnTo>
                    <a:pt x="159664" y="17335"/>
                  </a:lnTo>
                  <a:lnTo>
                    <a:pt x="167106" y="17335"/>
                  </a:lnTo>
                  <a:lnTo>
                    <a:pt x="173024" y="18986"/>
                  </a:lnTo>
                  <a:lnTo>
                    <a:pt x="177292" y="20777"/>
                  </a:lnTo>
                  <a:lnTo>
                    <a:pt x="181559" y="41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5596" y="1631641"/>
              <a:ext cx="1849075" cy="3163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03817" y="1825193"/>
              <a:ext cx="21590" cy="93345"/>
            </a:xfrm>
            <a:custGeom>
              <a:avLst/>
              <a:gdLst/>
              <a:ahLst/>
              <a:cxnLst/>
              <a:rect l="l" t="t" r="r" b="b"/>
              <a:pathLst>
                <a:path w="21589" h="93344">
                  <a:moveTo>
                    <a:pt x="21056" y="0"/>
                  </a:moveTo>
                  <a:lnTo>
                    <a:pt x="0" y="0"/>
                  </a:lnTo>
                  <a:lnTo>
                    <a:pt x="0" y="92760"/>
                  </a:lnTo>
                  <a:lnTo>
                    <a:pt x="21056" y="92760"/>
                  </a:lnTo>
                  <a:lnTo>
                    <a:pt x="210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7199" y="751506"/>
            <a:ext cx="806086" cy="806244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150031" y="949706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89" h="800735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05716" y="949706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89" h="800735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82357" y="949706"/>
            <a:ext cx="8890" cy="800735"/>
          </a:xfrm>
          <a:custGeom>
            <a:avLst/>
            <a:gdLst/>
            <a:ahLst/>
            <a:cxnLst/>
            <a:rect l="l" t="t" r="r" b="b"/>
            <a:pathLst>
              <a:path w="8890" h="800735">
                <a:moveTo>
                  <a:pt x="8648" y="0"/>
                </a:moveTo>
                <a:lnTo>
                  <a:pt x="0" y="0"/>
                </a:lnTo>
                <a:lnTo>
                  <a:pt x="0" y="800379"/>
                </a:lnTo>
                <a:lnTo>
                  <a:pt x="8648" y="800379"/>
                </a:lnTo>
                <a:lnTo>
                  <a:pt x="86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95369" y="902093"/>
            <a:ext cx="473075" cy="394335"/>
          </a:xfrm>
          <a:custGeom>
            <a:avLst/>
            <a:gdLst/>
            <a:ahLst/>
            <a:cxnLst/>
            <a:rect l="l" t="t" r="r" b="b"/>
            <a:pathLst>
              <a:path w="473075" h="394334">
                <a:moveTo>
                  <a:pt x="426872" y="10744"/>
                </a:moveTo>
                <a:lnTo>
                  <a:pt x="426631" y="9791"/>
                </a:lnTo>
                <a:lnTo>
                  <a:pt x="426097" y="7721"/>
                </a:lnTo>
                <a:lnTo>
                  <a:pt x="425500" y="7112"/>
                </a:lnTo>
                <a:lnTo>
                  <a:pt x="422973" y="4826"/>
                </a:lnTo>
                <a:lnTo>
                  <a:pt x="423633" y="4826"/>
                </a:lnTo>
                <a:lnTo>
                  <a:pt x="419658" y="4305"/>
                </a:lnTo>
                <a:lnTo>
                  <a:pt x="411861" y="3733"/>
                </a:lnTo>
                <a:lnTo>
                  <a:pt x="401066" y="3060"/>
                </a:lnTo>
                <a:lnTo>
                  <a:pt x="380568" y="2019"/>
                </a:lnTo>
                <a:lnTo>
                  <a:pt x="380098" y="2019"/>
                </a:lnTo>
                <a:lnTo>
                  <a:pt x="369430" y="1181"/>
                </a:lnTo>
                <a:lnTo>
                  <a:pt x="353783" y="469"/>
                </a:lnTo>
                <a:lnTo>
                  <a:pt x="335648" y="990"/>
                </a:lnTo>
                <a:lnTo>
                  <a:pt x="316547" y="2527"/>
                </a:lnTo>
                <a:lnTo>
                  <a:pt x="297942" y="4826"/>
                </a:lnTo>
                <a:lnTo>
                  <a:pt x="276402" y="7112"/>
                </a:lnTo>
                <a:lnTo>
                  <a:pt x="250786" y="8737"/>
                </a:lnTo>
                <a:lnTo>
                  <a:pt x="226047" y="9639"/>
                </a:lnTo>
                <a:lnTo>
                  <a:pt x="207073" y="9791"/>
                </a:lnTo>
                <a:lnTo>
                  <a:pt x="194614" y="9385"/>
                </a:lnTo>
                <a:lnTo>
                  <a:pt x="186270" y="8737"/>
                </a:lnTo>
                <a:lnTo>
                  <a:pt x="185915" y="8737"/>
                </a:lnTo>
                <a:lnTo>
                  <a:pt x="178663" y="7721"/>
                </a:lnTo>
                <a:lnTo>
                  <a:pt x="173101" y="6553"/>
                </a:lnTo>
                <a:lnTo>
                  <a:pt x="163029" y="5588"/>
                </a:lnTo>
                <a:lnTo>
                  <a:pt x="138925" y="4826"/>
                </a:lnTo>
                <a:lnTo>
                  <a:pt x="134988" y="4826"/>
                </a:lnTo>
                <a:lnTo>
                  <a:pt x="117055" y="4025"/>
                </a:lnTo>
                <a:lnTo>
                  <a:pt x="109791" y="3492"/>
                </a:lnTo>
                <a:lnTo>
                  <a:pt x="43624" y="0"/>
                </a:lnTo>
                <a:lnTo>
                  <a:pt x="37769" y="6172"/>
                </a:lnTo>
                <a:lnTo>
                  <a:pt x="37795" y="7112"/>
                </a:lnTo>
                <a:lnTo>
                  <a:pt x="37909" y="10744"/>
                </a:lnTo>
                <a:lnTo>
                  <a:pt x="38023" y="14071"/>
                </a:lnTo>
                <a:lnTo>
                  <a:pt x="38112" y="35153"/>
                </a:lnTo>
                <a:lnTo>
                  <a:pt x="38214" y="51447"/>
                </a:lnTo>
                <a:lnTo>
                  <a:pt x="38328" y="56261"/>
                </a:lnTo>
                <a:lnTo>
                  <a:pt x="38392" y="58991"/>
                </a:lnTo>
                <a:lnTo>
                  <a:pt x="38506" y="64566"/>
                </a:lnTo>
                <a:lnTo>
                  <a:pt x="38595" y="67475"/>
                </a:lnTo>
                <a:lnTo>
                  <a:pt x="38722" y="73202"/>
                </a:lnTo>
                <a:lnTo>
                  <a:pt x="38900" y="85128"/>
                </a:lnTo>
                <a:lnTo>
                  <a:pt x="38887" y="86829"/>
                </a:lnTo>
                <a:lnTo>
                  <a:pt x="38760" y="100203"/>
                </a:lnTo>
                <a:lnTo>
                  <a:pt x="38544" y="112788"/>
                </a:lnTo>
                <a:lnTo>
                  <a:pt x="38557" y="121551"/>
                </a:lnTo>
                <a:lnTo>
                  <a:pt x="38773" y="128866"/>
                </a:lnTo>
                <a:lnTo>
                  <a:pt x="42913" y="136448"/>
                </a:lnTo>
                <a:lnTo>
                  <a:pt x="47688" y="138099"/>
                </a:lnTo>
                <a:lnTo>
                  <a:pt x="49618" y="138099"/>
                </a:lnTo>
                <a:lnTo>
                  <a:pt x="56515" y="140385"/>
                </a:lnTo>
                <a:lnTo>
                  <a:pt x="67106" y="146024"/>
                </a:lnTo>
                <a:lnTo>
                  <a:pt x="74993" y="149288"/>
                </a:lnTo>
                <a:lnTo>
                  <a:pt x="81559" y="142836"/>
                </a:lnTo>
                <a:lnTo>
                  <a:pt x="84594" y="140538"/>
                </a:lnTo>
                <a:lnTo>
                  <a:pt x="134581" y="104711"/>
                </a:lnTo>
                <a:lnTo>
                  <a:pt x="192455" y="73202"/>
                </a:lnTo>
                <a:lnTo>
                  <a:pt x="253250" y="47891"/>
                </a:lnTo>
                <a:lnTo>
                  <a:pt x="283578" y="37680"/>
                </a:lnTo>
                <a:lnTo>
                  <a:pt x="292735" y="38341"/>
                </a:lnTo>
                <a:lnTo>
                  <a:pt x="302018" y="40601"/>
                </a:lnTo>
                <a:lnTo>
                  <a:pt x="309651" y="44208"/>
                </a:lnTo>
                <a:lnTo>
                  <a:pt x="321856" y="48564"/>
                </a:lnTo>
                <a:lnTo>
                  <a:pt x="340982" y="52781"/>
                </a:lnTo>
                <a:lnTo>
                  <a:pt x="359435" y="56261"/>
                </a:lnTo>
                <a:lnTo>
                  <a:pt x="369633" y="58369"/>
                </a:lnTo>
                <a:lnTo>
                  <a:pt x="375119" y="60032"/>
                </a:lnTo>
                <a:lnTo>
                  <a:pt x="391007" y="64566"/>
                </a:lnTo>
                <a:lnTo>
                  <a:pt x="396925" y="66433"/>
                </a:lnTo>
                <a:lnTo>
                  <a:pt x="399859" y="67475"/>
                </a:lnTo>
                <a:lnTo>
                  <a:pt x="407301" y="66890"/>
                </a:lnTo>
                <a:lnTo>
                  <a:pt x="419176" y="65405"/>
                </a:lnTo>
                <a:lnTo>
                  <a:pt x="426097" y="37680"/>
                </a:lnTo>
                <a:lnTo>
                  <a:pt x="426250" y="35153"/>
                </a:lnTo>
                <a:lnTo>
                  <a:pt x="426643" y="26377"/>
                </a:lnTo>
                <a:lnTo>
                  <a:pt x="426834" y="18986"/>
                </a:lnTo>
                <a:lnTo>
                  <a:pt x="426872" y="10744"/>
                </a:lnTo>
                <a:close/>
              </a:path>
              <a:path w="473075" h="394334">
                <a:moveTo>
                  <a:pt x="430593" y="305930"/>
                </a:moveTo>
                <a:lnTo>
                  <a:pt x="425894" y="301053"/>
                </a:lnTo>
                <a:lnTo>
                  <a:pt x="418782" y="300177"/>
                </a:lnTo>
                <a:lnTo>
                  <a:pt x="417791" y="299821"/>
                </a:lnTo>
                <a:lnTo>
                  <a:pt x="389890" y="297510"/>
                </a:lnTo>
                <a:lnTo>
                  <a:pt x="363994" y="295935"/>
                </a:lnTo>
                <a:lnTo>
                  <a:pt x="355866" y="295846"/>
                </a:lnTo>
                <a:lnTo>
                  <a:pt x="306819" y="296989"/>
                </a:lnTo>
                <a:lnTo>
                  <a:pt x="298119" y="296570"/>
                </a:lnTo>
                <a:lnTo>
                  <a:pt x="276453" y="293420"/>
                </a:lnTo>
                <a:lnTo>
                  <a:pt x="258813" y="292417"/>
                </a:lnTo>
                <a:lnTo>
                  <a:pt x="239801" y="291680"/>
                </a:lnTo>
                <a:lnTo>
                  <a:pt x="223316" y="290703"/>
                </a:lnTo>
                <a:lnTo>
                  <a:pt x="206844" y="290233"/>
                </a:lnTo>
                <a:lnTo>
                  <a:pt x="187883" y="290995"/>
                </a:lnTo>
                <a:lnTo>
                  <a:pt x="137401" y="294030"/>
                </a:lnTo>
                <a:lnTo>
                  <a:pt x="128689" y="294944"/>
                </a:lnTo>
                <a:lnTo>
                  <a:pt x="121996" y="293776"/>
                </a:lnTo>
                <a:lnTo>
                  <a:pt x="115036" y="288505"/>
                </a:lnTo>
                <a:lnTo>
                  <a:pt x="109461" y="279704"/>
                </a:lnTo>
                <a:lnTo>
                  <a:pt x="106934" y="267919"/>
                </a:lnTo>
                <a:lnTo>
                  <a:pt x="105308" y="217106"/>
                </a:lnTo>
                <a:lnTo>
                  <a:pt x="104546" y="206159"/>
                </a:lnTo>
                <a:lnTo>
                  <a:pt x="103454" y="197256"/>
                </a:lnTo>
                <a:lnTo>
                  <a:pt x="102069" y="194068"/>
                </a:lnTo>
                <a:lnTo>
                  <a:pt x="97421" y="193776"/>
                </a:lnTo>
                <a:lnTo>
                  <a:pt x="78879" y="205232"/>
                </a:lnTo>
                <a:lnTo>
                  <a:pt x="76441" y="206438"/>
                </a:lnTo>
                <a:lnTo>
                  <a:pt x="48641" y="233045"/>
                </a:lnTo>
                <a:lnTo>
                  <a:pt x="42481" y="310959"/>
                </a:lnTo>
                <a:lnTo>
                  <a:pt x="42913" y="335953"/>
                </a:lnTo>
                <a:lnTo>
                  <a:pt x="42557" y="352793"/>
                </a:lnTo>
                <a:lnTo>
                  <a:pt x="50965" y="389978"/>
                </a:lnTo>
                <a:lnTo>
                  <a:pt x="60769" y="390042"/>
                </a:lnTo>
                <a:lnTo>
                  <a:pt x="75323" y="389445"/>
                </a:lnTo>
                <a:lnTo>
                  <a:pt x="81038" y="388950"/>
                </a:lnTo>
                <a:lnTo>
                  <a:pt x="86144" y="388874"/>
                </a:lnTo>
                <a:lnTo>
                  <a:pt x="92506" y="389470"/>
                </a:lnTo>
                <a:lnTo>
                  <a:pt x="114604" y="392912"/>
                </a:lnTo>
                <a:lnTo>
                  <a:pt x="122910" y="393700"/>
                </a:lnTo>
                <a:lnTo>
                  <a:pt x="131635" y="394068"/>
                </a:lnTo>
                <a:lnTo>
                  <a:pt x="176441" y="393166"/>
                </a:lnTo>
                <a:lnTo>
                  <a:pt x="200761" y="393204"/>
                </a:lnTo>
                <a:lnTo>
                  <a:pt x="243027" y="394220"/>
                </a:lnTo>
                <a:lnTo>
                  <a:pt x="262496" y="393903"/>
                </a:lnTo>
                <a:lnTo>
                  <a:pt x="293522" y="392658"/>
                </a:lnTo>
                <a:lnTo>
                  <a:pt x="305092" y="391744"/>
                </a:lnTo>
                <a:lnTo>
                  <a:pt x="316649" y="390118"/>
                </a:lnTo>
                <a:lnTo>
                  <a:pt x="360946" y="383197"/>
                </a:lnTo>
                <a:lnTo>
                  <a:pt x="366522" y="382790"/>
                </a:lnTo>
                <a:lnTo>
                  <a:pt x="423291" y="383768"/>
                </a:lnTo>
                <a:lnTo>
                  <a:pt x="428764" y="377126"/>
                </a:lnTo>
                <a:lnTo>
                  <a:pt x="428485" y="368833"/>
                </a:lnTo>
                <a:lnTo>
                  <a:pt x="428523" y="349656"/>
                </a:lnTo>
                <a:lnTo>
                  <a:pt x="430593" y="305930"/>
                </a:lnTo>
                <a:close/>
              </a:path>
              <a:path w="473075" h="394334">
                <a:moveTo>
                  <a:pt x="472948" y="149123"/>
                </a:moveTo>
                <a:lnTo>
                  <a:pt x="442252" y="125310"/>
                </a:lnTo>
                <a:lnTo>
                  <a:pt x="407060" y="109753"/>
                </a:lnTo>
                <a:lnTo>
                  <a:pt x="339458" y="93319"/>
                </a:lnTo>
                <a:lnTo>
                  <a:pt x="293331" y="84289"/>
                </a:lnTo>
                <a:lnTo>
                  <a:pt x="283146" y="81407"/>
                </a:lnTo>
                <a:lnTo>
                  <a:pt x="274421" y="78409"/>
                </a:lnTo>
                <a:lnTo>
                  <a:pt x="255079" y="70332"/>
                </a:lnTo>
                <a:lnTo>
                  <a:pt x="235991" y="74688"/>
                </a:lnTo>
                <a:lnTo>
                  <a:pt x="174269" y="100647"/>
                </a:lnTo>
                <a:lnTo>
                  <a:pt x="144818" y="116725"/>
                </a:lnTo>
                <a:lnTo>
                  <a:pt x="121081" y="129882"/>
                </a:lnTo>
                <a:lnTo>
                  <a:pt x="83527" y="153441"/>
                </a:lnTo>
                <a:lnTo>
                  <a:pt x="47485" y="179451"/>
                </a:lnTo>
                <a:lnTo>
                  <a:pt x="7175" y="213779"/>
                </a:lnTo>
                <a:lnTo>
                  <a:pt x="812" y="219405"/>
                </a:lnTo>
                <a:lnTo>
                  <a:pt x="0" y="227139"/>
                </a:lnTo>
                <a:lnTo>
                  <a:pt x="10883" y="234797"/>
                </a:lnTo>
                <a:lnTo>
                  <a:pt x="18072" y="235546"/>
                </a:lnTo>
                <a:lnTo>
                  <a:pt x="37299" y="220167"/>
                </a:lnTo>
                <a:lnTo>
                  <a:pt x="45123" y="214337"/>
                </a:lnTo>
                <a:lnTo>
                  <a:pt x="53213" y="208648"/>
                </a:lnTo>
                <a:lnTo>
                  <a:pt x="61188" y="203492"/>
                </a:lnTo>
                <a:lnTo>
                  <a:pt x="78613" y="193560"/>
                </a:lnTo>
                <a:lnTo>
                  <a:pt x="122034" y="170675"/>
                </a:lnTo>
                <a:lnTo>
                  <a:pt x="209981" y="123393"/>
                </a:lnTo>
                <a:lnTo>
                  <a:pt x="223088" y="115443"/>
                </a:lnTo>
                <a:lnTo>
                  <a:pt x="235534" y="106781"/>
                </a:lnTo>
                <a:lnTo>
                  <a:pt x="239864" y="103428"/>
                </a:lnTo>
                <a:lnTo>
                  <a:pt x="247408" y="102019"/>
                </a:lnTo>
                <a:lnTo>
                  <a:pt x="252374" y="103644"/>
                </a:lnTo>
                <a:lnTo>
                  <a:pt x="282003" y="115087"/>
                </a:lnTo>
                <a:lnTo>
                  <a:pt x="287693" y="116801"/>
                </a:lnTo>
                <a:lnTo>
                  <a:pt x="292912" y="117449"/>
                </a:lnTo>
                <a:lnTo>
                  <a:pt x="299935" y="117576"/>
                </a:lnTo>
                <a:lnTo>
                  <a:pt x="310629" y="116967"/>
                </a:lnTo>
                <a:lnTo>
                  <a:pt x="313728" y="117817"/>
                </a:lnTo>
                <a:lnTo>
                  <a:pt x="319265" y="120370"/>
                </a:lnTo>
                <a:lnTo>
                  <a:pt x="329488" y="125882"/>
                </a:lnTo>
                <a:lnTo>
                  <a:pt x="341845" y="132943"/>
                </a:lnTo>
                <a:lnTo>
                  <a:pt x="380403" y="156603"/>
                </a:lnTo>
                <a:lnTo>
                  <a:pt x="395376" y="165354"/>
                </a:lnTo>
                <a:lnTo>
                  <a:pt x="409892" y="173088"/>
                </a:lnTo>
                <a:lnTo>
                  <a:pt x="420433" y="177977"/>
                </a:lnTo>
                <a:lnTo>
                  <a:pt x="426046" y="179832"/>
                </a:lnTo>
                <a:lnTo>
                  <a:pt x="432473" y="180327"/>
                </a:lnTo>
                <a:lnTo>
                  <a:pt x="437946" y="181229"/>
                </a:lnTo>
                <a:lnTo>
                  <a:pt x="449059" y="184162"/>
                </a:lnTo>
                <a:lnTo>
                  <a:pt x="451916" y="182245"/>
                </a:lnTo>
                <a:lnTo>
                  <a:pt x="455980" y="176987"/>
                </a:lnTo>
                <a:lnTo>
                  <a:pt x="465874" y="162902"/>
                </a:lnTo>
                <a:lnTo>
                  <a:pt x="470623" y="154520"/>
                </a:lnTo>
                <a:lnTo>
                  <a:pt x="472948" y="1491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3484267" y="1383191"/>
            <a:ext cx="1696085" cy="414655"/>
            <a:chOff x="3484267" y="1383191"/>
            <a:chExt cx="1696085" cy="414655"/>
          </a:xfrm>
        </p:grpSpPr>
        <p:sp>
          <p:nvSpPr>
            <p:cNvPr id="14" name="object 14"/>
            <p:cNvSpPr/>
            <p:nvPr/>
          </p:nvSpPr>
          <p:spPr>
            <a:xfrm>
              <a:off x="5031638" y="1386255"/>
              <a:ext cx="148590" cy="209550"/>
            </a:xfrm>
            <a:custGeom>
              <a:avLst/>
              <a:gdLst/>
              <a:ahLst/>
              <a:cxnLst/>
              <a:rect l="l" t="t" r="r" b="b"/>
              <a:pathLst>
                <a:path w="148589" h="209550">
                  <a:moveTo>
                    <a:pt x="148475" y="0"/>
                  </a:moveTo>
                  <a:lnTo>
                    <a:pt x="0" y="0"/>
                  </a:lnTo>
                  <a:lnTo>
                    <a:pt x="0" y="40640"/>
                  </a:lnTo>
                  <a:lnTo>
                    <a:pt x="52705" y="40640"/>
                  </a:lnTo>
                  <a:lnTo>
                    <a:pt x="52705" y="209550"/>
                  </a:lnTo>
                  <a:lnTo>
                    <a:pt x="95821" y="209550"/>
                  </a:lnTo>
                  <a:lnTo>
                    <a:pt x="95821" y="40640"/>
                  </a:lnTo>
                  <a:lnTo>
                    <a:pt x="148475" y="40640"/>
                  </a:lnTo>
                  <a:lnTo>
                    <a:pt x="148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4267" y="1383191"/>
              <a:ext cx="1693242" cy="414183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39950" y="1103729"/>
            <a:ext cx="1219624" cy="49232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43949" y="5924443"/>
            <a:ext cx="465899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87370" algn="l"/>
              </a:tabLst>
            </a:pPr>
            <a:r>
              <a:rPr sz="4800" b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</a:t>
            </a:r>
            <a:r>
              <a:rPr sz="4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800" b="1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3949" y="6838843"/>
            <a:ext cx="241998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8610" algn="l"/>
              </a:tabLst>
            </a:pPr>
            <a:r>
              <a:rPr sz="35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</a:t>
            </a:r>
            <a:r>
              <a:rPr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500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</a:t>
            </a:r>
            <a:endParaRPr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9576" y="3524615"/>
            <a:ext cx="5894705" cy="13307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100"/>
              </a:spcBef>
            </a:pPr>
            <a:r>
              <a:rPr sz="40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Emlak</a:t>
            </a:r>
            <a:r>
              <a:rPr sz="4050" spc="-1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Konut</a:t>
            </a:r>
            <a:r>
              <a:rPr sz="4050" spc="-1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5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Ideathon </a:t>
            </a:r>
            <a:r>
              <a:rPr sz="40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Akıllı</a:t>
            </a:r>
            <a:r>
              <a:rPr sz="405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Şehir</a:t>
            </a:r>
            <a:r>
              <a:rPr sz="4050" spc="-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050" spc="-5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sz="4050" spc="-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eknolojileri</a:t>
            </a:r>
            <a:endParaRPr sz="4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753415"/>
            <a:ext cx="592455" cy="1193165"/>
          </a:xfrm>
          <a:custGeom>
            <a:avLst/>
            <a:gdLst/>
            <a:ahLst/>
            <a:cxnLst/>
            <a:rect l="l" t="t" r="r" b="b"/>
            <a:pathLst>
              <a:path w="592455" h="1193164">
                <a:moveTo>
                  <a:pt x="592213" y="0"/>
                </a:moveTo>
                <a:lnTo>
                  <a:pt x="0" y="0"/>
                </a:lnTo>
                <a:lnTo>
                  <a:pt x="0" y="1192974"/>
                </a:lnTo>
                <a:lnTo>
                  <a:pt x="592213" y="1192974"/>
                </a:lnTo>
                <a:lnTo>
                  <a:pt x="592213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73468" y="960183"/>
            <a:ext cx="4138434" cy="779419"/>
          </a:xfrm>
          <a:prstGeom prst="rect">
            <a:avLst/>
          </a:prstGeom>
        </p:spPr>
      </p:pic>
      <p:sp>
        <p:nvSpPr>
          <p:cNvPr id="22" name="object 22" descr="$PPTXTitle"/>
          <p:cNvSpPr txBox="1">
            <a:spLocks noGrp="1"/>
          </p:cNvSpPr>
          <p:nvPr>
            <p:ph type="title"/>
          </p:nvPr>
        </p:nvSpPr>
        <p:spPr>
          <a:xfrm>
            <a:off x="12115166" y="955675"/>
            <a:ext cx="3353434" cy="752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00" spc="-45" dirty="0">
                <a:latin typeface="Arial" panose="020B0604020202020204" pitchFamily="34" charset="0"/>
                <a:cs typeface="Arial" panose="020B0604020202020204" pitchFamily="34" charset="0"/>
              </a:rPr>
              <a:t>IDEATHON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30"/>
            <a:ext cx="246888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0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endParaRPr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2129" y="3562556"/>
            <a:ext cx="12705080" cy="2115964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“Hangi</a:t>
            </a:r>
            <a:r>
              <a:rPr sz="3000" spc="-4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problemi</a:t>
            </a:r>
            <a:r>
              <a:rPr sz="3000" spc="-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çözüyoruz?”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8030" indent="-227965">
              <a:lnSpc>
                <a:spcPct val="100000"/>
              </a:lnSpc>
              <a:spcBef>
                <a:spcPts val="994"/>
              </a:spcBef>
              <a:buChar char="•"/>
              <a:tabLst>
                <a:tab pos="7480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Problemi</a:t>
            </a:r>
            <a:r>
              <a:rPr sz="3000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2–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30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madde</a:t>
            </a:r>
            <a:r>
              <a:rPr sz="30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ile</a:t>
            </a:r>
            <a:r>
              <a:rPr sz="30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</a:t>
            </a:r>
            <a:r>
              <a:rPr sz="30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tanımlayın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8030" indent="-227965">
              <a:lnSpc>
                <a:spcPct val="100000"/>
              </a:lnSpc>
              <a:buChar char="•"/>
              <a:tabLst>
                <a:tab pos="7480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Site</a:t>
            </a:r>
            <a:r>
              <a:rPr sz="3000" spc="-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yaşamı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3000" spc="-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yönetim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güvenlik</a:t>
            </a:r>
            <a:r>
              <a:rPr sz="3000" spc="-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enerji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vb.</a:t>
            </a:r>
            <a:r>
              <a:rPr sz="3000" spc="-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bağlamı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vurgulayın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8030" indent="-227965">
              <a:lnSpc>
                <a:spcPct val="100000"/>
              </a:lnSpc>
              <a:buChar char="•"/>
              <a:tabLst>
                <a:tab pos="748030" algn="l"/>
              </a:tabLst>
            </a:pPr>
            <a:r>
              <a:rPr sz="30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Varsa</a:t>
            </a:r>
            <a:r>
              <a:rPr sz="3000" spc="-1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sz="3000" spc="-1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istatistik,</a:t>
            </a:r>
            <a:r>
              <a:rPr sz="3000" spc="-1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gözlem</a:t>
            </a:r>
            <a:r>
              <a:rPr sz="3000" spc="-1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veya</a:t>
            </a:r>
            <a:r>
              <a:rPr sz="3000" spc="-1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kısa</a:t>
            </a:r>
            <a:r>
              <a:rPr sz="3000" spc="-13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hikâye</a:t>
            </a:r>
            <a:r>
              <a:rPr sz="3000" spc="-1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ekleyin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54"/>
            <a:ext cx="20307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25" dirty="0">
                <a:latin typeface="Arial" panose="020B0604020202020204" pitchFamily="34" charset="0"/>
                <a:cs typeface="Arial" panose="020B0604020202020204" pitchFamily="34" charset="0"/>
              </a:rPr>
              <a:t>Çözüm</a:t>
            </a:r>
            <a:endParaRPr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2129" y="3562581"/>
            <a:ext cx="7574280" cy="36830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“Çözümümüz</a:t>
            </a:r>
            <a:r>
              <a:rPr sz="3000" spc="-1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nedir?”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8030" indent="-227965">
              <a:lnSpc>
                <a:spcPct val="100000"/>
              </a:lnSpc>
              <a:spcBef>
                <a:spcPts val="1000"/>
              </a:spcBef>
              <a:buChar char="•"/>
              <a:tabLst>
                <a:tab pos="7480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sz="30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cümlelik</a:t>
            </a:r>
            <a:r>
              <a:rPr sz="3000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çözüm</a:t>
            </a:r>
            <a:r>
              <a:rPr sz="3000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özeti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8030" indent="-227965">
              <a:lnSpc>
                <a:spcPct val="100000"/>
              </a:lnSpc>
              <a:buChar char="•"/>
              <a:tabLst>
                <a:tab pos="748030" algn="l"/>
              </a:tabLst>
            </a:pPr>
            <a:r>
              <a:rPr sz="3000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3–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sz="3000" spc="-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maddeyle</a:t>
            </a:r>
            <a:r>
              <a:rPr sz="3000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temel</a:t>
            </a:r>
            <a:r>
              <a:rPr sz="3000" spc="-5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değer</a:t>
            </a:r>
            <a:r>
              <a:rPr sz="3000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önerileri: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24330" lvl="1" indent="-342265">
              <a:lnSpc>
                <a:spcPct val="100000"/>
              </a:lnSpc>
              <a:spcBef>
                <a:spcPts val="1600"/>
              </a:spcBef>
              <a:buChar char="•"/>
              <a:tabLst>
                <a:tab pos="16243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Zaman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tasarrufu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24330" lvl="1" indent="-342265">
              <a:lnSpc>
                <a:spcPct val="100000"/>
              </a:lnSpc>
              <a:buChar char="•"/>
              <a:tabLst>
                <a:tab pos="16243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Güvenlik</a:t>
            </a:r>
            <a:r>
              <a:rPr sz="3000" spc="-2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artışı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24330" lvl="1" indent="-342265">
              <a:lnSpc>
                <a:spcPct val="100000"/>
              </a:lnSpc>
              <a:buChar char="•"/>
              <a:tabLst>
                <a:tab pos="16243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Daha</a:t>
            </a:r>
            <a:r>
              <a:rPr sz="3000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iyi</a:t>
            </a:r>
            <a:r>
              <a:rPr sz="3000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iletişim</a:t>
            </a:r>
            <a:r>
              <a:rPr sz="3000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3000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topluluk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624330" lvl="1" indent="-342265">
              <a:lnSpc>
                <a:spcPct val="100000"/>
              </a:lnSpc>
              <a:buChar char="•"/>
              <a:tabLst>
                <a:tab pos="1624330" algn="l"/>
              </a:tabLst>
            </a:pPr>
            <a:r>
              <a:rPr sz="30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Enerji/verimlilik</a:t>
            </a:r>
            <a:r>
              <a:rPr sz="300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kazancı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41"/>
            <a:ext cx="532828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25" dirty="0">
                <a:latin typeface="Arial" panose="020B0604020202020204" pitchFamily="34" charset="0"/>
                <a:cs typeface="Arial" panose="020B0604020202020204" pitchFamily="34" charset="0"/>
              </a:rPr>
              <a:t>Fikir/Ürün/Hizmet</a:t>
            </a:r>
            <a:endParaRPr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2129" y="3562568"/>
            <a:ext cx="7580630" cy="16510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“Nasıl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işliyor?”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8030" indent="-227965">
              <a:lnSpc>
                <a:spcPct val="100000"/>
              </a:lnSpc>
              <a:spcBef>
                <a:spcPts val="1000"/>
              </a:spcBef>
              <a:buChar char="•"/>
              <a:tabLst>
                <a:tab pos="7480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Kullanıcı</a:t>
            </a:r>
            <a:r>
              <a:rPr sz="3000" spc="-4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akışını</a:t>
            </a:r>
            <a:r>
              <a:rPr sz="3000" spc="-4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3–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sz="3000" spc="-4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adımda</a:t>
            </a:r>
            <a:r>
              <a:rPr sz="3000" spc="-4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gösterin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8030" indent="-227965">
              <a:lnSpc>
                <a:spcPct val="100000"/>
              </a:lnSpc>
              <a:buChar char="•"/>
              <a:tabLst>
                <a:tab pos="7480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modülleri/özellikleri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anlatın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005524" y="1727343"/>
            <a:ext cx="5723255" cy="6834505"/>
          </a:xfrm>
          <a:custGeom>
            <a:avLst/>
            <a:gdLst/>
            <a:ahLst/>
            <a:cxnLst/>
            <a:rect l="l" t="t" r="r" b="b"/>
            <a:pathLst>
              <a:path w="5723255" h="6834505">
                <a:moveTo>
                  <a:pt x="5183060" y="0"/>
                </a:moveTo>
                <a:lnTo>
                  <a:pt x="0" y="0"/>
                </a:lnTo>
                <a:lnTo>
                  <a:pt x="0" y="6294120"/>
                </a:lnTo>
                <a:lnTo>
                  <a:pt x="2206" y="6343271"/>
                </a:lnTo>
                <a:lnTo>
                  <a:pt x="8700" y="6391185"/>
                </a:lnTo>
                <a:lnTo>
                  <a:pt x="19289" y="6437673"/>
                </a:lnTo>
                <a:lnTo>
                  <a:pt x="33784" y="6482544"/>
                </a:lnTo>
                <a:lnTo>
                  <a:pt x="51993" y="6525606"/>
                </a:lnTo>
                <a:lnTo>
                  <a:pt x="73726" y="6566669"/>
                </a:lnTo>
                <a:lnTo>
                  <a:pt x="98793" y="6605543"/>
                </a:lnTo>
                <a:lnTo>
                  <a:pt x="127002" y="6642036"/>
                </a:lnTo>
                <a:lnTo>
                  <a:pt x="158164" y="6675959"/>
                </a:lnTo>
                <a:lnTo>
                  <a:pt x="192087" y="6707121"/>
                </a:lnTo>
                <a:lnTo>
                  <a:pt x="228580" y="6735330"/>
                </a:lnTo>
                <a:lnTo>
                  <a:pt x="267454" y="6760397"/>
                </a:lnTo>
                <a:lnTo>
                  <a:pt x="308517" y="6782130"/>
                </a:lnTo>
                <a:lnTo>
                  <a:pt x="351579" y="6800339"/>
                </a:lnTo>
                <a:lnTo>
                  <a:pt x="396450" y="6814834"/>
                </a:lnTo>
                <a:lnTo>
                  <a:pt x="442938" y="6825423"/>
                </a:lnTo>
                <a:lnTo>
                  <a:pt x="490852" y="6831917"/>
                </a:lnTo>
                <a:lnTo>
                  <a:pt x="540003" y="6834124"/>
                </a:lnTo>
                <a:lnTo>
                  <a:pt x="5723064" y="6834124"/>
                </a:lnTo>
                <a:lnTo>
                  <a:pt x="5723064" y="540004"/>
                </a:lnTo>
                <a:lnTo>
                  <a:pt x="5720857" y="490852"/>
                </a:lnTo>
                <a:lnTo>
                  <a:pt x="5714364" y="442938"/>
                </a:lnTo>
                <a:lnTo>
                  <a:pt x="5703774" y="396450"/>
                </a:lnTo>
                <a:lnTo>
                  <a:pt x="5689280" y="351579"/>
                </a:lnTo>
                <a:lnTo>
                  <a:pt x="5671070" y="308517"/>
                </a:lnTo>
                <a:lnTo>
                  <a:pt x="5649337" y="267454"/>
                </a:lnTo>
                <a:lnTo>
                  <a:pt x="5624271" y="228580"/>
                </a:lnTo>
                <a:lnTo>
                  <a:pt x="5596061" y="192087"/>
                </a:lnTo>
                <a:lnTo>
                  <a:pt x="5564900" y="158164"/>
                </a:lnTo>
                <a:lnTo>
                  <a:pt x="5530977" y="127002"/>
                </a:lnTo>
                <a:lnTo>
                  <a:pt x="5494483" y="98793"/>
                </a:lnTo>
                <a:lnTo>
                  <a:pt x="5455610" y="73726"/>
                </a:lnTo>
                <a:lnTo>
                  <a:pt x="5414546" y="51993"/>
                </a:lnTo>
                <a:lnTo>
                  <a:pt x="5371484" y="33784"/>
                </a:lnTo>
                <a:lnTo>
                  <a:pt x="5326614" y="19289"/>
                </a:lnTo>
                <a:lnTo>
                  <a:pt x="5280126" y="8700"/>
                </a:lnTo>
                <a:lnTo>
                  <a:pt x="5232211" y="2206"/>
                </a:lnTo>
                <a:lnTo>
                  <a:pt x="51830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72129" y="1971755"/>
            <a:ext cx="72828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15590" algn="l"/>
                <a:tab pos="3663315" algn="l"/>
              </a:tabLst>
            </a:pPr>
            <a:r>
              <a:rPr sz="4500" spc="-10" dirty="0">
                <a:latin typeface="Arial" panose="020B0604020202020204" pitchFamily="34" charset="0"/>
                <a:cs typeface="Arial" panose="020B0604020202020204" pitchFamily="34" charset="0"/>
              </a:rPr>
              <a:t>Teknoloji</a:t>
            </a:r>
            <a:r>
              <a:rPr sz="4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500" spc="-25" dirty="0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sz="4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500" spc="-35" dirty="0">
                <a:latin typeface="Arial" panose="020B0604020202020204" pitchFamily="34" charset="0"/>
                <a:cs typeface="Arial" panose="020B0604020202020204" pitchFamily="34" charset="0"/>
              </a:rPr>
              <a:t>Entegrasyon</a:t>
            </a:r>
            <a:endParaRPr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2129" y="2556082"/>
            <a:ext cx="12099290" cy="25654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spc="-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“Teknik</a:t>
            </a:r>
            <a:r>
              <a:rPr sz="3000" spc="-18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yaklaşımınız”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8030" indent="-227965">
              <a:lnSpc>
                <a:spcPct val="100000"/>
              </a:lnSpc>
              <a:spcBef>
                <a:spcPts val="1000"/>
              </a:spcBef>
              <a:buChar char="•"/>
              <a:tabLst>
                <a:tab pos="748030" algn="l"/>
              </a:tabLst>
            </a:pP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Kullanılacak</a:t>
            </a:r>
            <a:r>
              <a:rPr sz="3000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teknolojiler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(mobil/web/IoT/AI</a:t>
            </a:r>
            <a:r>
              <a:rPr sz="3000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vb.)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8030" indent="-227965">
              <a:lnSpc>
                <a:spcPct val="100000"/>
              </a:lnSpc>
              <a:buChar char="•"/>
              <a:tabLst>
                <a:tab pos="748030" algn="l"/>
              </a:tabLst>
            </a:pPr>
            <a:r>
              <a:rPr sz="300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Temel</a:t>
            </a:r>
            <a:r>
              <a:rPr sz="3000" spc="-1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mimariyi</a:t>
            </a:r>
            <a:r>
              <a:rPr sz="3000" spc="-1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çok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basit</a:t>
            </a:r>
            <a:r>
              <a:rPr sz="3000" spc="-1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diyagramla</a:t>
            </a:r>
            <a:r>
              <a:rPr sz="3000" spc="-1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gösterin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8665" marR="5080" indent="-228600">
              <a:lnSpc>
                <a:spcPct val="100000"/>
              </a:lnSpc>
              <a:buChar char="•"/>
              <a:tabLst>
                <a:tab pos="748665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Emlak</a:t>
            </a:r>
            <a:r>
              <a:rPr sz="3000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Konut</a:t>
            </a:r>
            <a:r>
              <a:rPr sz="3000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projelerinde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hangi</a:t>
            </a:r>
            <a:r>
              <a:rPr sz="3000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sistemlerle</a:t>
            </a:r>
            <a:r>
              <a:rPr sz="3000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entegrasyon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gerekebileceğini</a:t>
            </a:r>
            <a:r>
              <a:rPr sz="3000" spc="-11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belirtin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(BMS,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erişim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kontrol,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ERP,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CRM</a:t>
            </a:r>
            <a:r>
              <a:rPr sz="30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vb.)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18027" y="2070176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5"/>
                </a:lnTo>
                <a:lnTo>
                  <a:pt x="59054" y="1006475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52468" y="5749214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76462" y="5749214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000460" y="574921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19" h="1504950">
                <a:moveTo>
                  <a:pt x="3594658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540004"/>
                </a:lnTo>
                <a:lnTo>
                  <a:pt x="4132455" y="490852"/>
                </a:lnTo>
                <a:lnTo>
                  <a:pt x="4125962" y="442938"/>
                </a:lnTo>
                <a:lnTo>
                  <a:pt x="4115373" y="396450"/>
                </a:lnTo>
                <a:lnTo>
                  <a:pt x="4100878" y="351579"/>
                </a:lnTo>
                <a:lnTo>
                  <a:pt x="4082669" y="308517"/>
                </a:lnTo>
                <a:lnTo>
                  <a:pt x="4060936" y="267454"/>
                </a:lnTo>
                <a:lnTo>
                  <a:pt x="4035869" y="228580"/>
                </a:lnTo>
                <a:lnTo>
                  <a:pt x="4007660" y="192087"/>
                </a:lnTo>
                <a:lnTo>
                  <a:pt x="3976498" y="158164"/>
                </a:lnTo>
                <a:lnTo>
                  <a:pt x="3942575" y="127002"/>
                </a:lnTo>
                <a:lnTo>
                  <a:pt x="3906082" y="98793"/>
                </a:lnTo>
                <a:lnTo>
                  <a:pt x="3867208" y="73726"/>
                </a:lnTo>
                <a:lnTo>
                  <a:pt x="3826145" y="51993"/>
                </a:lnTo>
                <a:lnTo>
                  <a:pt x="3783082" y="33784"/>
                </a:lnTo>
                <a:lnTo>
                  <a:pt x="3738212" y="19289"/>
                </a:lnTo>
                <a:lnTo>
                  <a:pt x="3691724" y="8700"/>
                </a:lnTo>
                <a:lnTo>
                  <a:pt x="3643809" y="2206"/>
                </a:lnTo>
                <a:lnTo>
                  <a:pt x="35946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52464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>
                <a:moveTo>
                  <a:pt x="4134662" y="0"/>
                </a:moveTo>
                <a:lnTo>
                  <a:pt x="0" y="0"/>
                </a:lnTo>
                <a:lnTo>
                  <a:pt x="0" y="964717"/>
                </a:lnTo>
                <a:lnTo>
                  <a:pt x="2206" y="1013868"/>
                </a:lnTo>
                <a:lnTo>
                  <a:pt x="8700" y="1061783"/>
                </a:lnTo>
                <a:lnTo>
                  <a:pt x="19289" y="1108271"/>
                </a:lnTo>
                <a:lnTo>
                  <a:pt x="33784" y="1153141"/>
                </a:lnTo>
                <a:lnTo>
                  <a:pt x="51993" y="1196203"/>
                </a:lnTo>
                <a:lnTo>
                  <a:pt x="73726" y="1237266"/>
                </a:lnTo>
                <a:lnTo>
                  <a:pt x="98793" y="1276140"/>
                </a:lnTo>
                <a:lnTo>
                  <a:pt x="127002" y="1312634"/>
                </a:lnTo>
                <a:lnTo>
                  <a:pt x="158164" y="1346557"/>
                </a:lnTo>
                <a:lnTo>
                  <a:pt x="192087" y="1377718"/>
                </a:lnTo>
                <a:lnTo>
                  <a:pt x="228580" y="1405927"/>
                </a:lnTo>
                <a:lnTo>
                  <a:pt x="267454" y="1430994"/>
                </a:lnTo>
                <a:lnTo>
                  <a:pt x="308517" y="1452727"/>
                </a:lnTo>
                <a:lnTo>
                  <a:pt x="351579" y="1470937"/>
                </a:lnTo>
                <a:lnTo>
                  <a:pt x="396450" y="1485431"/>
                </a:lnTo>
                <a:lnTo>
                  <a:pt x="442938" y="1496021"/>
                </a:lnTo>
                <a:lnTo>
                  <a:pt x="490852" y="1502514"/>
                </a:lnTo>
                <a:lnTo>
                  <a:pt x="540004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76462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20" h="150495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000456" y="7597838"/>
            <a:ext cx="4135120" cy="1504950"/>
          </a:xfrm>
          <a:custGeom>
            <a:avLst/>
            <a:gdLst/>
            <a:ahLst/>
            <a:cxnLst/>
            <a:rect l="l" t="t" r="r" b="b"/>
            <a:pathLst>
              <a:path w="4135119" h="1504950">
                <a:moveTo>
                  <a:pt x="4134662" y="0"/>
                </a:moveTo>
                <a:lnTo>
                  <a:pt x="0" y="0"/>
                </a:lnTo>
                <a:lnTo>
                  <a:pt x="0" y="1504721"/>
                </a:lnTo>
                <a:lnTo>
                  <a:pt x="4134662" y="1504721"/>
                </a:lnTo>
                <a:lnTo>
                  <a:pt x="41346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1036764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22780" algn="l"/>
                <a:tab pos="5316855" algn="l"/>
                <a:tab pos="6164580" algn="l"/>
                <a:tab pos="8413115" algn="l"/>
              </a:tabLst>
            </a:pPr>
            <a:r>
              <a:rPr sz="4500" spc="-10" dirty="0">
                <a:latin typeface="Arial" panose="020B0604020202020204" pitchFamily="34" charset="0"/>
                <a:cs typeface="Arial" panose="020B0604020202020204" pitchFamily="34" charset="0"/>
              </a:rPr>
              <a:t>Hedef</a:t>
            </a:r>
            <a:r>
              <a:rPr sz="4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500" spc="-10" dirty="0">
                <a:latin typeface="Arial" panose="020B0604020202020204" pitchFamily="34" charset="0"/>
                <a:cs typeface="Arial" panose="020B0604020202020204" pitchFamily="34" charset="0"/>
              </a:rPr>
              <a:t>Kullanıcılar</a:t>
            </a:r>
            <a:r>
              <a:rPr sz="4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500" spc="-25" dirty="0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sz="4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500" spc="-10" dirty="0">
                <a:latin typeface="Arial" panose="020B0604020202020204" pitchFamily="34" charset="0"/>
                <a:cs typeface="Arial" panose="020B0604020202020204" pitchFamily="34" charset="0"/>
              </a:rPr>
              <a:t>Mevcut</a:t>
            </a:r>
            <a:r>
              <a:rPr sz="4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500" spc="-10" dirty="0">
                <a:latin typeface="Arial" panose="020B0604020202020204" pitchFamily="34" charset="0"/>
                <a:cs typeface="Arial" panose="020B0604020202020204" pitchFamily="34" charset="0"/>
              </a:rPr>
              <a:t>Durum</a:t>
            </a:r>
            <a:endParaRPr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2129" y="3562544"/>
            <a:ext cx="12881610" cy="16510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“Kim</a:t>
            </a:r>
            <a:r>
              <a:rPr sz="3000" spc="-4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için,</a:t>
            </a:r>
            <a:r>
              <a:rPr sz="3000" spc="-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bugün</a:t>
            </a:r>
            <a:r>
              <a:rPr sz="3000" spc="-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</a:t>
            </a:r>
            <a:r>
              <a:rPr sz="3000" spc="-4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oluyor?”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2330" indent="-342265">
              <a:lnSpc>
                <a:spcPct val="100000"/>
              </a:lnSpc>
              <a:spcBef>
                <a:spcPts val="1000"/>
              </a:spcBef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“Hedef</a:t>
            </a:r>
            <a:r>
              <a:rPr sz="3000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kullanıcılarımız”</a:t>
            </a:r>
            <a:r>
              <a:rPr sz="3000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kim/kimler?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“Süreç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nasıl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işliyor?”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görsel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akış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veya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basit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şema</a:t>
            </a:r>
            <a:r>
              <a:rPr sz="3000" spc="-9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kullanılabilir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2348006" y="6182538"/>
            <a:ext cx="3308350" cy="3308350"/>
            <a:chOff x="12348006" y="6182538"/>
            <a:chExt cx="3308350" cy="3308350"/>
          </a:xfrm>
        </p:grpSpPr>
        <p:sp>
          <p:nvSpPr>
            <p:cNvPr id="7" name="object 7"/>
            <p:cNvSpPr/>
            <p:nvPr/>
          </p:nvSpPr>
          <p:spPr>
            <a:xfrm>
              <a:off x="13867097" y="6182538"/>
              <a:ext cx="135890" cy="1651635"/>
            </a:xfrm>
            <a:custGeom>
              <a:avLst/>
              <a:gdLst/>
              <a:ahLst/>
              <a:cxnLst/>
              <a:rect l="l" t="t" r="r" b="b"/>
              <a:pathLst>
                <a:path w="135890" h="1651634">
                  <a:moveTo>
                    <a:pt x="135809" y="0"/>
                  </a:moveTo>
                  <a:lnTo>
                    <a:pt x="133927" y="0"/>
                  </a:lnTo>
                  <a:lnTo>
                    <a:pt x="86954" y="667"/>
                  </a:lnTo>
                  <a:lnTo>
                    <a:pt x="39378" y="2697"/>
                  </a:lnTo>
                  <a:lnTo>
                    <a:pt x="0" y="5499"/>
                  </a:lnTo>
                  <a:lnTo>
                    <a:pt x="135809" y="1651271"/>
                  </a:lnTo>
                  <a:lnTo>
                    <a:pt x="135809" y="0"/>
                  </a:lnTo>
                  <a:close/>
                </a:path>
              </a:pathLst>
            </a:custGeom>
            <a:solidFill>
              <a:srgbClr val="BAB9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11957" y="6187685"/>
              <a:ext cx="1490980" cy="1646555"/>
            </a:xfrm>
            <a:custGeom>
              <a:avLst/>
              <a:gdLst/>
              <a:ahLst/>
              <a:cxnLst/>
              <a:rect l="l" t="t" r="r" b="b"/>
              <a:pathLst>
                <a:path w="1490980" h="1646554">
                  <a:moveTo>
                    <a:pt x="1360106" y="0"/>
                  </a:moveTo>
                  <a:lnTo>
                    <a:pt x="1300452" y="5584"/>
                  </a:lnTo>
                  <a:lnTo>
                    <a:pt x="1253999" y="11551"/>
                  </a:lnTo>
                  <a:lnTo>
                    <a:pt x="1207958" y="18793"/>
                  </a:lnTo>
                  <a:lnTo>
                    <a:pt x="1162347" y="27293"/>
                  </a:lnTo>
                  <a:lnTo>
                    <a:pt x="1117183" y="37031"/>
                  </a:lnTo>
                  <a:lnTo>
                    <a:pt x="1072486" y="47990"/>
                  </a:lnTo>
                  <a:lnTo>
                    <a:pt x="1028274" y="60151"/>
                  </a:lnTo>
                  <a:lnTo>
                    <a:pt x="984566" y="73496"/>
                  </a:lnTo>
                  <a:lnTo>
                    <a:pt x="941379" y="88006"/>
                  </a:lnTo>
                  <a:lnTo>
                    <a:pt x="898732" y="103662"/>
                  </a:lnTo>
                  <a:lnTo>
                    <a:pt x="856643" y="120447"/>
                  </a:lnTo>
                  <a:lnTo>
                    <a:pt x="815132" y="138342"/>
                  </a:lnTo>
                  <a:lnTo>
                    <a:pt x="774215" y="157329"/>
                  </a:lnTo>
                  <a:lnTo>
                    <a:pt x="733912" y="177390"/>
                  </a:lnTo>
                  <a:lnTo>
                    <a:pt x="694242" y="198505"/>
                  </a:lnTo>
                  <a:lnTo>
                    <a:pt x="655221" y="220656"/>
                  </a:lnTo>
                  <a:lnTo>
                    <a:pt x="616870" y="243826"/>
                  </a:lnTo>
                  <a:lnTo>
                    <a:pt x="579205" y="267996"/>
                  </a:lnTo>
                  <a:lnTo>
                    <a:pt x="542246" y="293147"/>
                  </a:lnTo>
                  <a:lnTo>
                    <a:pt x="506011" y="319260"/>
                  </a:lnTo>
                  <a:lnTo>
                    <a:pt x="470518" y="346319"/>
                  </a:lnTo>
                  <a:lnTo>
                    <a:pt x="435786" y="374304"/>
                  </a:lnTo>
                  <a:lnTo>
                    <a:pt x="401834" y="403196"/>
                  </a:lnTo>
                  <a:lnTo>
                    <a:pt x="368678" y="432978"/>
                  </a:lnTo>
                  <a:lnTo>
                    <a:pt x="336339" y="463631"/>
                  </a:lnTo>
                  <a:lnTo>
                    <a:pt x="304833" y="495137"/>
                  </a:lnTo>
                  <a:lnTo>
                    <a:pt x="274181" y="527476"/>
                  </a:lnTo>
                  <a:lnTo>
                    <a:pt x="244399" y="560632"/>
                  </a:lnTo>
                  <a:lnTo>
                    <a:pt x="215507" y="594585"/>
                  </a:lnTo>
                  <a:lnTo>
                    <a:pt x="187523" y="629318"/>
                  </a:lnTo>
                  <a:lnTo>
                    <a:pt x="160465" y="664811"/>
                  </a:lnTo>
                  <a:lnTo>
                    <a:pt x="134351" y="701046"/>
                  </a:lnTo>
                  <a:lnTo>
                    <a:pt x="109200" y="738005"/>
                  </a:lnTo>
                  <a:lnTo>
                    <a:pt x="85031" y="775670"/>
                  </a:lnTo>
                  <a:lnTo>
                    <a:pt x="61862" y="814022"/>
                  </a:lnTo>
                  <a:lnTo>
                    <a:pt x="39710" y="853043"/>
                  </a:lnTo>
                  <a:lnTo>
                    <a:pt x="18596" y="892714"/>
                  </a:lnTo>
                  <a:lnTo>
                    <a:pt x="0" y="930076"/>
                  </a:lnTo>
                  <a:lnTo>
                    <a:pt x="1490942" y="1646126"/>
                  </a:lnTo>
                  <a:lnTo>
                    <a:pt x="1360106" y="0"/>
                  </a:lnTo>
                  <a:close/>
                </a:path>
              </a:pathLst>
            </a:custGeom>
            <a:solidFill>
              <a:srgbClr val="8EA5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348006" y="6182539"/>
              <a:ext cx="3308350" cy="3308350"/>
            </a:xfrm>
            <a:custGeom>
              <a:avLst/>
              <a:gdLst/>
              <a:ahLst/>
              <a:cxnLst/>
              <a:rect l="l" t="t" r="r" b="b"/>
              <a:pathLst>
                <a:path w="3308350" h="3308350">
                  <a:moveTo>
                    <a:pt x="190293" y="883306"/>
                  </a:moveTo>
                  <a:lnTo>
                    <a:pt x="162486" y="938163"/>
                  </a:lnTo>
                  <a:lnTo>
                    <a:pt x="143500" y="979080"/>
                  </a:lnTo>
                  <a:lnTo>
                    <a:pt x="125605" y="1020592"/>
                  </a:lnTo>
                  <a:lnTo>
                    <a:pt x="108820" y="1062680"/>
                  </a:lnTo>
                  <a:lnTo>
                    <a:pt x="93164" y="1105327"/>
                  </a:lnTo>
                  <a:lnTo>
                    <a:pt x="78654" y="1148515"/>
                  </a:lnTo>
                  <a:lnTo>
                    <a:pt x="65310" y="1192223"/>
                  </a:lnTo>
                  <a:lnTo>
                    <a:pt x="53149" y="1236436"/>
                  </a:lnTo>
                  <a:lnTo>
                    <a:pt x="42190" y="1281133"/>
                  </a:lnTo>
                  <a:lnTo>
                    <a:pt x="32452" y="1326296"/>
                  </a:lnTo>
                  <a:lnTo>
                    <a:pt x="23952" y="1371908"/>
                  </a:lnTo>
                  <a:lnTo>
                    <a:pt x="16710" y="1417949"/>
                  </a:lnTo>
                  <a:lnTo>
                    <a:pt x="10743" y="1464402"/>
                  </a:lnTo>
                  <a:lnTo>
                    <a:pt x="6070" y="1511247"/>
                  </a:lnTo>
                  <a:lnTo>
                    <a:pt x="2710" y="1558468"/>
                  </a:lnTo>
                  <a:lnTo>
                    <a:pt x="680" y="1606044"/>
                  </a:lnTo>
                  <a:lnTo>
                    <a:pt x="38" y="1651269"/>
                  </a:lnTo>
                  <a:lnTo>
                    <a:pt x="0" y="1653958"/>
                  </a:lnTo>
                  <a:lnTo>
                    <a:pt x="680" y="1701873"/>
                  </a:lnTo>
                  <a:lnTo>
                    <a:pt x="2710" y="1749450"/>
                  </a:lnTo>
                  <a:lnTo>
                    <a:pt x="6070" y="1796670"/>
                  </a:lnTo>
                  <a:lnTo>
                    <a:pt x="10743" y="1843517"/>
                  </a:lnTo>
                  <a:lnTo>
                    <a:pt x="16710" y="1889970"/>
                  </a:lnTo>
                  <a:lnTo>
                    <a:pt x="23952" y="1936012"/>
                  </a:lnTo>
                  <a:lnTo>
                    <a:pt x="32452" y="1981624"/>
                  </a:lnTo>
                  <a:lnTo>
                    <a:pt x="42190" y="2026788"/>
                  </a:lnTo>
                  <a:lnTo>
                    <a:pt x="53149" y="2071485"/>
                  </a:lnTo>
                  <a:lnTo>
                    <a:pt x="65310" y="2115698"/>
                  </a:lnTo>
                  <a:lnTo>
                    <a:pt x="78654" y="2159407"/>
                  </a:lnTo>
                  <a:lnTo>
                    <a:pt x="93164" y="2202595"/>
                  </a:lnTo>
                  <a:lnTo>
                    <a:pt x="108820" y="2245242"/>
                  </a:lnTo>
                  <a:lnTo>
                    <a:pt x="125605" y="2287332"/>
                  </a:lnTo>
                  <a:lnTo>
                    <a:pt x="143500" y="2328844"/>
                  </a:lnTo>
                  <a:lnTo>
                    <a:pt x="162486" y="2369761"/>
                  </a:lnTo>
                  <a:lnTo>
                    <a:pt x="182546" y="2410064"/>
                  </a:lnTo>
                  <a:lnTo>
                    <a:pt x="203661" y="2449736"/>
                  </a:lnTo>
                  <a:lnTo>
                    <a:pt x="225813" y="2488757"/>
                  </a:lnTo>
                  <a:lnTo>
                    <a:pt x="248982" y="2527109"/>
                  </a:lnTo>
                  <a:lnTo>
                    <a:pt x="273151" y="2564774"/>
                  </a:lnTo>
                  <a:lnTo>
                    <a:pt x="298302" y="2601733"/>
                  </a:lnTo>
                  <a:lnTo>
                    <a:pt x="324415" y="2637969"/>
                  </a:lnTo>
                  <a:lnTo>
                    <a:pt x="351474" y="2673462"/>
                  </a:lnTo>
                  <a:lnTo>
                    <a:pt x="379458" y="2708195"/>
                  </a:lnTo>
                  <a:lnTo>
                    <a:pt x="408350" y="2742148"/>
                  </a:lnTo>
                  <a:lnTo>
                    <a:pt x="438132" y="2775304"/>
                  </a:lnTo>
                  <a:lnTo>
                    <a:pt x="468784" y="2807644"/>
                  </a:lnTo>
                  <a:lnTo>
                    <a:pt x="500290" y="2839150"/>
                  </a:lnTo>
                  <a:lnTo>
                    <a:pt x="532629" y="2869803"/>
                  </a:lnTo>
                  <a:lnTo>
                    <a:pt x="565784" y="2899585"/>
                  </a:lnTo>
                  <a:lnTo>
                    <a:pt x="599737" y="2928478"/>
                  </a:lnTo>
                  <a:lnTo>
                    <a:pt x="634469" y="2956463"/>
                  </a:lnTo>
                  <a:lnTo>
                    <a:pt x="669962" y="2983521"/>
                  </a:lnTo>
                  <a:lnTo>
                    <a:pt x="706197" y="3009635"/>
                  </a:lnTo>
                  <a:lnTo>
                    <a:pt x="743156" y="3034786"/>
                  </a:lnTo>
                  <a:lnTo>
                    <a:pt x="780820" y="3058956"/>
                  </a:lnTo>
                  <a:lnTo>
                    <a:pt x="819172" y="3082126"/>
                  </a:lnTo>
                  <a:lnTo>
                    <a:pt x="858193" y="3104277"/>
                  </a:lnTo>
                  <a:lnTo>
                    <a:pt x="897863" y="3125392"/>
                  </a:lnTo>
                  <a:lnTo>
                    <a:pt x="938166" y="3145453"/>
                  </a:lnTo>
                  <a:lnTo>
                    <a:pt x="979083" y="3164440"/>
                  </a:lnTo>
                  <a:lnTo>
                    <a:pt x="1020594" y="3182335"/>
                  </a:lnTo>
                  <a:lnTo>
                    <a:pt x="1062683" y="3199120"/>
                  </a:lnTo>
                  <a:lnTo>
                    <a:pt x="1105330" y="3214777"/>
                  </a:lnTo>
                  <a:lnTo>
                    <a:pt x="1148517" y="3229287"/>
                  </a:lnTo>
                  <a:lnTo>
                    <a:pt x="1192225" y="3242631"/>
                  </a:lnTo>
                  <a:lnTo>
                    <a:pt x="1236437" y="3254792"/>
                  </a:lnTo>
                  <a:lnTo>
                    <a:pt x="1281134" y="3265751"/>
                  </a:lnTo>
                  <a:lnTo>
                    <a:pt x="1326297" y="3275489"/>
                  </a:lnTo>
                  <a:lnTo>
                    <a:pt x="1371909" y="3283989"/>
                  </a:lnTo>
                  <a:lnTo>
                    <a:pt x="1417950" y="3291232"/>
                  </a:lnTo>
                  <a:lnTo>
                    <a:pt x="1464403" y="3297198"/>
                  </a:lnTo>
                  <a:lnTo>
                    <a:pt x="1511248" y="3301871"/>
                  </a:lnTo>
                  <a:lnTo>
                    <a:pt x="1558468" y="3305232"/>
                  </a:lnTo>
                  <a:lnTo>
                    <a:pt x="1606045" y="3307262"/>
                  </a:lnTo>
                  <a:lnTo>
                    <a:pt x="1653959" y="3307942"/>
                  </a:lnTo>
                  <a:lnTo>
                    <a:pt x="1701872" y="3307262"/>
                  </a:lnTo>
                  <a:lnTo>
                    <a:pt x="1749448" y="3305232"/>
                  </a:lnTo>
                  <a:lnTo>
                    <a:pt x="1796667" y="3301871"/>
                  </a:lnTo>
                  <a:lnTo>
                    <a:pt x="1843512" y="3297198"/>
                  </a:lnTo>
                  <a:lnTo>
                    <a:pt x="1889964" y="3291232"/>
                  </a:lnTo>
                  <a:lnTo>
                    <a:pt x="1936005" y="3283989"/>
                  </a:lnTo>
                  <a:lnTo>
                    <a:pt x="1981616" y="3275489"/>
                  </a:lnTo>
                  <a:lnTo>
                    <a:pt x="2026779" y="3265751"/>
                  </a:lnTo>
                  <a:lnTo>
                    <a:pt x="2071476" y="3254792"/>
                  </a:lnTo>
                  <a:lnTo>
                    <a:pt x="2115687" y="3242631"/>
                  </a:lnTo>
                  <a:lnTo>
                    <a:pt x="2159396" y="3229287"/>
                  </a:lnTo>
                  <a:lnTo>
                    <a:pt x="2202583" y="3214777"/>
                  </a:lnTo>
                  <a:lnTo>
                    <a:pt x="2245229" y="3199120"/>
                  </a:lnTo>
                  <a:lnTo>
                    <a:pt x="2287318" y="3182335"/>
                  </a:lnTo>
                  <a:lnTo>
                    <a:pt x="2328829" y="3164440"/>
                  </a:lnTo>
                  <a:lnTo>
                    <a:pt x="2369746" y="3145453"/>
                  </a:lnTo>
                  <a:lnTo>
                    <a:pt x="2410048" y="3125392"/>
                  </a:lnTo>
                  <a:lnTo>
                    <a:pt x="2449719" y="3104277"/>
                  </a:lnTo>
                  <a:lnTo>
                    <a:pt x="2488739" y="3082126"/>
                  </a:lnTo>
                  <a:lnTo>
                    <a:pt x="2527091" y="3058956"/>
                  </a:lnTo>
                  <a:lnTo>
                    <a:pt x="2564756" y="3034786"/>
                  </a:lnTo>
                  <a:lnTo>
                    <a:pt x="2601715" y="3009635"/>
                  </a:lnTo>
                  <a:lnTo>
                    <a:pt x="2637950" y="2983521"/>
                  </a:lnTo>
                  <a:lnTo>
                    <a:pt x="2673443" y="2956463"/>
                  </a:lnTo>
                  <a:lnTo>
                    <a:pt x="2708175" y="2928478"/>
                  </a:lnTo>
                  <a:lnTo>
                    <a:pt x="2742128" y="2899585"/>
                  </a:lnTo>
                  <a:lnTo>
                    <a:pt x="2775283" y="2869803"/>
                  </a:lnTo>
                  <a:lnTo>
                    <a:pt x="2807623" y="2839150"/>
                  </a:lnTo>
                  <a:lnTo>
                    <a:pt x="2839128" y="2807644"/>
                  </a:lnTo>
                  <a:lnTo>
                    <a:pt x="2869781" y="2775304"/>
                  </a:lnTo>
                  <a:lnTo>
                    <a:pt x="2899563" y="2742148"/>
                  </a:lnTo>
                  <a:lnTo>
                    <a:pt x="2928455" y="2708195"/>
                  </a:lnTo>
                  <a:lnTo>
                    <a:pt x="2956440" y="2673462"/>
                  </a:lnTo>
                  <a:lnTo>
                    <a:pt x="2983498" y="2637969"/>
                  </a:lnTo>
                  <a:lnTo>
                    <a:pt x="3009612" y="2601733"/>
                  </a:lnTo>
                  <a:lnTo>
                    <a:pt x="3034763" y="2564774"/>
                  </a:lnTo>
                  <a:lnTo>
                    <a:pt x="3058932" y="2527109"/>
                  </a:lnTo>
                  <a:lnTo>
                    <a:pt x="3082102" y="2488757"/>
                  </a:lnTo>
                  <a:lnTo>
                    <a:pt x="3104253" y="2449736"/>
                  </a:lnTo>
                  <a:lnTo>
                    <a:pt x="3125368" y="2410064"/>
                  </a:lnTo>
                  <a:lnTo>
                    <a:pt x="3145429" y="2369761"/>
                  </a:lnTo>
                  <a:lnTo>
                    <a:pt x="3164415" y="2328844"/>
                  </a:lnTo>
                  <a:lnTo>
                    <a:pt x="3182311" y="2287332"/>
                  </a:lnTo>
                  <a:lnTo>
                    <a:pt x="3199096" y="2245242"/>
                  </a:lnTo>
                  <a:lnTo>
                    <a:pt x="3214752" y="2202595"/>
                  </a:lnTo>
                  <a:lnTo>
                    <a:pt x="3229262" y="2159407"/>
                  </a:lnTo>
                  <a:lnTo>
                    <a:pt x="3242607" y="2115698"/>
                  </a:lnTo>
                  <a:lnTo>
                    <a:pt x="3254767" y="2071485"/>
                  </a:lnTo>
                  <a:lnTo>
                    <a:pt x="3265726" y="2026788"/>
                  </a:lnTo>
                  <a:lnTo>
                    <a:pt x="3275465" y="1981624"/>
                  </a:lnTo>
                  <a:lnTo>
                    <a:pt x="3283964" y="1936012"/>
                  </a:lnTo>
                  <a:lnTo>
                    <a:pt x="3291207" y="1889970"/>
                  </a:lnTo>
                  <a:lnTo>
                    <a:pt x="3297174" y="1843517"/>
                  </a:lnTo>
                  <a:lnTo>
                    <a:pt x="3301847" y="1796670"/>
                  </a:lnTo>
                  <a:lnTo>
                    <a:pt x="3305207" y="1749450"/>
                  </a:lnTo>
                  <a:lnTo>
                    <a:pt x="3307237" y="1701873"/>
                  </a:lnTo>
                  <a:lnTo>
                    <a:pt x="3307918" y="1653958"/>
                  </a:lnTo>
                  <a:lnTo>
                    <a:pt x="3307880" y="1651269"/>
                  </a:lnTo>
                  <a:lnTo>
                    <a:pt x="1654901" y="1651269"/>
                  </a:lnTo>
                  <a:lnTo>
                    <a:pt x="190293" y="883306"/>
                  </a:lnTo>
                  <a:close/>
                </a:path>
                <a:path w="3308350" h="3308350">
                  <a:moveTo>
                    <a:pt x="1654901" y="0"/>
                  </a:moveTo>
                  <a:lnTo>
                    <a:pt x="1654901" y="1651269"/>
                  </a:lnTo>
                  <a:lnTo>
                    <a:pt x="3307880" y="1651269"/>
                  </a:lnTo>
                  <a:lnTo>
                    <a:pt x="3307237" y="1606044"/>
                  </a:lnTo>
                  <a:lnTo>
                    <a:pt x="3305207" y="1558468"/>
                  </a:lnTo>
                  <a:lnTo>
                    <a:pt x="3301847" y="1511247"/>
                  </a:lnTo>
                  <a:lnTo>
                    <a:pt x="3297174" y="1464402"/>
                  </a:lnTo>
                  <a:lnTo>
                    <a:pt x="3291207" y="1417949"/>
                  </a:lnTo>
                  <a:lnTo>
                    <a:pt x="3283964" y="1371908"/>
                  </a:lnTo>
                  <a:lnTo>
                    <a:pt x="3275465" y="1326296"/>
                  </a:lnTo>
                  <a:lnTo>
                    <a:pt x="3265726" y="1281133"/>
                  </a:lnTo>
                  <a:lnTo>
                    <a:pt x="3254767" y="1236436"/>
                  </a:lnTo>
                  <a:lnTo>
                    <a:pt x="3242607" y="1192223"/>
                  </a:lnTo>
                  <a:lnTo>
                    <a:pt x="3229262" y="1148515"/>
                  </a:lnTo>
                  <a:lnTo>
                    <a:pt x="3214752" y="1105327"/>
                  </a:lnTo>
                  <a:lnTo>
                    <a:pt x="3199096" y="1062680"/>
                  </a:lnTo>
                  <a:lnTo>
                    <a:pt x="3182311" y="1020592"/>
                  </a:lnTo>
                  <a:lnTo>
                    <a:pt x="3164415" y="979080"/>
                  </a:lnTo>
                  <a:lnTo>
                    <a:pt x="3145429" y="938163"/>
                  </a:lnTo>
                  <a:lnTo>
                    <a:pt x="3125368" y="897860"/>
                  </a:lnTo>
                  <a:lnTo>
                    <a:pt x="3104253" y="858189"/>
                  </a:lnTo>
                  <a:lnTo>
                    <a:pt x="3082102" y="819168"/>
                  </a:lnTo>
                  <a:lnTo>
                    <a:pt x="3058932" y="780816"/>
                  </a:lnTo>
                  <a:lnTo>
                    <a:pt x="3034763" y="743151"/>
                  </a:lnTo>
                  <a:lnTo>
                    <a:pt x="3009612" y="706192"/>
                  </a:lnTo>
                  <a:lnTo>
                    <a:pt x="2983498" y="669957"/>
                  </a:lnTo>
                  <a:lnTo>
                    <a:pt x="2956440" y="634464"/>
                  </a:lnTo>
                  <a:lnTo>
                    <a:pt x="2928455" y="599731"/>
                  </a:lnTo>
                  <a:lnTo>
                    <a:pt x="2899563" y="565778"/>
                  </a:lnTo>
                  <a:lnTo>
                    <a:pt x="2869781" y="532623"/>
                  </a:lnTo>
                  <a:lnTo>
                    <a:pt x="2839128" y="500283"/>
                  </a:lnTo>
                  <a:lnTo>
                    <a:pt x="2807623" y="468777"/>
                  </a:lnTo>
                  <a:lnTo>
                    <a:pt x="2775283" y="438124"/>
                  </a:lnTo>
                  <a:lnTo>
                    <a:pt x="2742128" y="408342"/>
                  </a:lnTo>
                  <a:lnTo>
                    <a:pt x="2708175" y="379450"/>
                  </a:lnTo>
                  <a:lnTo>
                    <a:pt x="2673443" y="351465"/>
                  </a:lnTo>
                  <a:lnTo>
                    <a:pt x="2637950" y="324407"/>
                  </a:lnTo>
                  <a:lnTo>
                    <a:pt x="2601715" y="298293"/>
                  </a:lnTo>
                  <a:lnTo>
                    <a:pt x="2564756" y="273142"/>
                  </a:lnTo>
                  <a:lnTo>
                    <a:pt x="2527091" y="248972"/>
                  </a:lnTo>
                  <a:lnTo>
                    <a:pt x="2488739" y="225802"/>
                  </a:lnTo>
                  <a:lnTo>
                    <a:pt x="2449719" y="203651"/>
                  </a:lnTo>
                  <a:lnTo>
                    <a:pt x="2410048" y="182536"/>
                  </a:lnTo>
                  <a:lnTo>
                    <a:pt x="2369746" y="162476"/>
                  </a:lnTo>
                  <a:lnTo>
                    <a:pt x="2328829" y="143489"/>
                  </a:lnTo>
                  <a:lnTo>
                    <a:pt x="2287318" y="125593"/>
                  </a:lnTo>
                  <a:lnTo>
                    <a:pt x="2245229" y="108808"/>
                  </a:lnTo>
                  <a:lnTo>
                    <a:pt x="2202583" y="93152"/>
                  </a:lnTo>
                  <a:lnTo>
                    <a:pt x="2159396" y="78642"/>
                  </a:lnTo>
                  <a:lnTo>
                    <a:pt x="2115687" y="65297"/>
                  </a:lnTo>
                  <a:lnTo>
                    <a:pt x="2071476" y="53136"/>
                  </a:lnTo>
                  <a:lnTo>
                    <a:pt x="2026779" y="42178"/>
                  </a:lnTo>
                  <a:lnTo>
                    <a:pt x="1981616" y="32439"/>
                  </a:lnTo>
                  <a:lnTo>
                    <a:pt x="1936005" y="23939"/>
                  </a:lnTo>
                  <a:lnTo>
                    <a:pt x="1889964" y="16697"/>
                  </a:lnTo>
                  <a:lnTo>
                    <a:pt x="1843512" y="10730"/>
                  </a:lnTo>
                  <a:lnTo>
                    <a:pt x="1796667" y="6057"/>
                  </a:lnTo>
                  <a:lnTo>
                    <a:pt x="1749448" y="2697"/>
                  </a:lnTo>
                  <a:lnTo>
                    <a:pt x="1701872" y="667"/>
                  </a:lnTo>
                  <a:lnTo>
                    <a:pt x="1654901" y="0"/>
                  </a:lnTo>
                  <a:close/>
                </a:path>
              </a:pathLst>
            </a:custGeom>
            <a:solidFill>
              <a:srgbClr val="5792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425883" y="5712299"/>
            <a:ext cx="1698625" cy="875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0325" marR="5080" indent="116839">
              <a:lnSpc>
                <a:spcPct val="101699"/>
              </a:lnSpc>
              <a:spcBef>
                <a:spcPts val="95"/>
              </a:spcBef>
            </a:pPr>
            <a:r>
              <a:rPr sz="1350" spc="-50" dirty="0">
                <a:solidFill>
                  <a:srgbClr val="FFFFFF"/>
                </a:solidFill>
                <a:latin typeface="Gotham Book"/>
                <a:cs typeface="Gotham Book"/>
              </a:rPr>
              <a:t>Z </a:t>
            </a:r>
            <a:r>
              <a:rPr sz="1350" spc="-20" dirty="0">
                <a:solidFill>
                  <a:srgbClr val="FFFFFF"/>
                </a:solidFill>
                <a:latin typeface="Gotham Book"/>
                <a:cs typeface="Gotham Book"/>
              </a:rPr>
              <a:t>1.2%</a:t>
            </a:r>
            <a:endParaRPr sz="1350">
              <a:latin typeface="Gotham Book"/>
              <a:cs typeface="Gotham Book"/>
            </a:endParaRPr>
          </a:p>
          <a:p>
            <a:pPr marL="12700" marR="1201420" indent="175260">
              <a:lnSpc>
                <a:spcPct val="101699"/>
              </a:lnSpc>
              <a:spcBef>
                <a:spcPts val="100"/>
              </a:spcBef>
            </a:pPr>
            <a:r>
              <a:rPr sz="1350" spc="-50" dirty="0">
                <a:solidFill>
                  <a:srgbClr val="FFFFFF"/>
                </a:solidFill>
                <a:latin typeface="Gotham Book"/>
                <a:cs typeface="Gotham Book"/>
              </a:rPr>
              <a:t>Y </a:t>
            </a:r>
            <a:r>
              <a:rPr sz="1350" spc="-10" dirty="0">
                <a:solidFill>
                  <a:srgbClr val="FFFFFF"/>
                </a:solidFill>
                <a:latin typeface="Gotham Book"/>
                <a:cs typeface="Gotham Book"/>
              </a:rPr>
              <a:t>16.6%</a:t>
            </a:r>
            <a:endParaRPr sz="1350">
              <a:latin typeface="Gotham Book"/>
              <a:cs typeface="Gotham Book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234301" y="8788410"/>
            <a:ext cx="53276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89865">
              <a:lnSpc>
                <a:spcPct val="101699"/>
              </a:lnSpc>
              <a:spcBef>
                <a:spcPts val="95"/>
              </a:spcBef>
            </a:pPr>
            <a:r>
              <a:rPr sz="1350" spc="-50" dirty="0">
                <a:solidFill>
                  <a:srgbClr val="FFFFFF"/>
                </a:solidFill>
                <a:latin typeface="Gotham Book"/>
                <a:cs typeface="Gotham Book"/>
              </a:rPr>
              <a:t>X </a:t>
            </a:r>
            <a:r>
              <a:rPr sz="1350" spc="-10" dirty="0">
                <a:solidFill>
                  <a:srgbClr val="FFFFFF"/>
                </a:solidFill>
                <a:latin typeface="Gotham Book"/>
                <a:cs typeface="Gotham Book"/>
              </a:rPr>
              <a:t>82.2%</a:t>
            </a:r>
            <a:endParaRPr sz="1350">
              <a:latin typeface="Gotham Book"/>
              <a:cs typeface="Gotham Boo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30"/>
            <a:ext cx="690245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5085" algn="l"/>
                <a:tab pos="2162175" algn="l"/>
                <a:tab pos="4121150" algn="l"/>
              </a:tabLst>
            </a:pPr>
            <a:r>
              <a:rPr sz="4500" spc="-20" dirty="0">
                <a:latin typeface="Arial" panose="020B0604020202020204" pitchFamily="34" charset="0"/>
                <a:cs typeface="Arial" panose="020B0604020202020204" pitchFamily="34" charset="0"/>
              </a:rPr>
              <a:t>Etki</a:t>
            </a:r>
            <a:r>
              <a:rPr sz="4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500" spc="-25" dirty="0"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sz="4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500" spc="-10" dirty="0">
                <a:latin typeface="Arial" panose="020B0604020202020204" pitchFamily="34" charset="0"/>
                <a:cs typeface="Arial" panose="020B0604020202020204" pitchFamily="34" charset="0"/>
              </a:rPr>
              <a:t>Başarı</a:t>
            </a:r>
            <a:r>
              <a:rPr sz="45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500" spc="-10" dirty="0">
                <a:latin typeface="Arial" panose="020B0604020202020204" pitchFamily="34" charset="0"/>
                <a:cs typeface="Arial" panose="020B0604020202020204" pitchFamily="34" charset="0"/>
              </a:rPr>
              <a:t>Metrikleri</a:t>
            </a:r>
            <a:endParaRPr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2129" y="3562556"/>
            <a:ext cx="11930380" cy="25654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“Ne</a:t>
            </a:r>
            <a:r>
              <a:rPr sz="3000" spc="-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kadar</a:t>
            </a:r>
            <a:r>
              <a:rPr sz="3000" spc="-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fark</a:t>
            </a:r>
            <a:r>
              <a:rPr sz="3000" spc="-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yaratabiliriz?”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2330" indent="-342265">
              <a:lnSpc>
                <a:spcPct val="100000"/>
              </a:lnSpc>
              <a:spcBef>
                <a:spcPts val="994"/>
              </a:spcBef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Hedeflediğiniz</a:t>
            </a:r>
            <a:r>
              <a:rPr sz="3000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2–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</a:t>
            </a:r>
            <a:r>
              <a:rPr sz="3000" spc="-1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etki: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Örn: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“Şikâyet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çözüm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süresi</a:t>
            </a:r>
            <a:r>
              <a:rPr sz="30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%X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azalır.”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“Ortak</a:t>
            </a:r>
            <a:r>
              <a:rPr sz="3000" spc="-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alan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enerji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tüketimi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%Y</a:t>
            </a:r>
            <a:r>
              <a:rPr sz="3000" spc="-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azalır.”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1–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</a:t>
            </a:r>
            <a:r>
              <a:rPr sz="3000" spc="-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örneği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verebilir</a:t>
            </a:r>
            <a:r>
              <a:rPr sz="3000" spc="-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sz="3000" spc="-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nasıl</a:t>
            </a:r>
            <a:r>
              <a:rPr sz="3000" spc="-7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ölçüleceğini</a:t>
            </a:r>
            <a:r>
              <a:rPr sz="3000" spc="-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anlatabilirsiniz.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848677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58975" algn="l"/>
                <a:tab pos="4603750" algn="l"/>
                <a:tab pos="6118860" algn="l"/>
              </a:tabLst>
            </a:pPr>
            <a:r>
              <a:rPr sz="4500" spc="-10" dirty="0">
                <a:latin typeface="Gotham"/>
                <a:cs typeface="Gotham"/>
              </a:rPr>
              <a:t>Emlak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10" dirty="0">
                <a:latin typeface="Gotham"/>
                <a:cs typeface="Gotham"/>
              </a:rPr>
              <a:t>Konut’ta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10" dirty="0">
                <a:latin typeface="Gotham"/>
                <a:cs typeface="Gotham"/>
              </a:rPr>
              <a:t>Pilot</a:t>
            </a:r>
            <a:r>
              <a:rPr sz="4500" dirty="0">
                <a:latin typeface="Gotham"/>
                <a:cs typeface="Gotham"/>
              </a:rPr>
              <a:t>	</a:t>
            </a:r>
            <a:r>
              <a:rPr sz="4500" spc="-10" dirty="0">
                <a:latin typeface="Gotham"/>
                <a:cs typeface="Gotham"/>
              </a:rPr>
              <a:t>Senaryo</a:t>
            </a:r>
            <a:endParaRPr sz="4500">
              <a:latin typeface="Gotham"/>
              <a:cs typeface="Gotha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2129" y="3562544"/>
            <a:ext cx="12583795" cy="25654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“Emlak</a:t>
            </a:r>
            <a:r>
              <a:rPr sz="3000" spc="-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Konut’ta</a:t>
            </a:r>
            <a:r>
              <a:rPr sz="3000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pilot</a:t>
            </a:r>
            <a:r>
              <a:rPr sz="3000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nasıl</a:t>
            </a:r>
            <a:r>
              <a:rPr sz="3000" spc="-9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olur?”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2965" marR="2404110" indent="-342900">
              <a:lnSpc>
                <a:spcPct val="100000"/>
              </a:lnSpc>
              <a:spcBef>
                <a:spcPts val="1000"/>
              </a:spcBef>
              <a:buChar char="•"/>
              <a:tabLst>
                <a:tab pos="862965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Hangi</a:t>
            </a:r>
            <a:r>
              <a:rPr sz="3000" spc="-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</a:t>
            </a:r>
            <a:r>
              <a:rPr sz="3000" spc="-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projede</a:t>
            </a:r>
            <a:r>
              <a:rPr sz="3000" spc="-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(site,</a:t>
            </a:r>
            <a:r>
              <a:rPr sz="3000" spc="-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rezidans,</a:t>
            </a:r>
            <a:r>
              <a:rPr sz="3000" spc="-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karma</a:t>
            </a:r>
            <a:r>
              <a:rPr sz="3000" spc="-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</a:t>
            </a:r>
            <a:r>
              <a:rPr sz="3000" spc="-7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vb.)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denemek</a:t>
            </a:r>
            <a:r>
              <a:rPr sz="3000" spc="-14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istiyorsunuz?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Pilot</a:t>
            </a:r>
            <a:r>
              <a:rPr sz="3000" spc="-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için</a:t>
            </a:r>
            <a:r>
              <a:rPr sz="300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öngördüğünüz</a:t>
            </a:r>
            <a:r>
              <a:rPr sz="300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süre</a:t>
            </a:r>
            <a:r>
              <a:rPr sz="300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sz="300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kapsam</a:t>
            </a:r>
            <a:r>
              <a:rPr sz="300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(örneğin:</a:t>
            </a:r>
            <a:r>
              <a:rPr sz="300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300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blok,</a:t>
            </a:r>
            <a:r>
              <a:rPr sz="3000" spc="-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sz="3000" spc="-6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ay)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62330" indent="-342265">
              <a:lnSpc>
                <a:spcPct val="100000"/>
              </a:lnSpc>
              <a:buChar char="•"/>
              <a:tabLst>
                <a:tab pos="862330" algn="l"/>
              </a:tabLst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Pilot</a:t>
            </a:r>
            <a:r>
              <a:rPr sz="3000" spc="-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sonunda</a:t>
            </a:r>
            <a:r>
              <a:rPr sz="3000" spc="-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ölçmek</a:t>
            </a:r>
            <a:r>
              <a:rPr sz="3000" spc="-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istediğiniz</a:t>
            </a:r>
            <a:r>
              <a:rPr sz="3000" spc="-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</a:t>
            </a:r>
            <a:r>
              <a:rPr sz="3000" spc="-8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çıktı/metrikler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028005" y="9662664"/>
            <a:ext cx="0" cy="626745"/>
          </a:xfrm>
          <a:custGeom>
            <a:avLst/>
            <a:gdLst/>
            <a:ahLst/>
            <a:cxnLst/>
            <a:rect l="l" t="t" r="r" b="b"/>
            <a:pathLst>
              <a:path h="626745">
                <a:moveTo>
                  <a:pt x="0" y="0"/>
                </a:moveTo>
                <a:lnTo>
                  <a:pt x="0" y="626135"/>
                </a:lnTo>
              </a:path>
            </a:pathLst>
          </a:custGeom>
          <a:ln w="12700">
            <a:solidFill>
              <a:srgbClr val="638A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772129" y="2978217"/>
            <a:ext cx="172847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90" dirty="0">
                <a:latin typeface="Arial" panose="020B0604020202020204" pitchFamily="34" charset="0"/>
                <a:cs typeface="Arial" panose="020B0604020202020204" pitchFamily="34" charset="0"/>
              </a:rPr>
              <a:t>Takım</a:t>
            </a:r>
            <a:endParaRPr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2129" y="3562544"/>
            <a:ext cx="11386185" cy="1193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“Neden</a:t>
            </a:r>
            <a:r>
              <a:rPr sz="3000" spc="-114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biz?”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8030" indent="-227965">
              <a:lnSpc>
                <a:spcPct val="100000"/>
              </a:lnSpc>
              <a:spcBef>
                <a:spcPts val="1000"/>
              </a:spcBef>
              <a:buChar char="•"/>
              <a:tabLst>
                <a:tab pos="748030" algn="l"/>
              </a:tabLst>
            </a:pPr>
            <a:r>
              <a:rPr sz="3000" spc="-6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Takım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üyelerinin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isimleri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cümlelik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rol/uzmanlık</a:t>
            </a:r>
            <a:r>
              <a:rPr sz="3000" spc="-10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bilgisi</a:t>
            </a:r>
            <a:endParaRPr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59656" y="8261798"/>
            <a:ext cx="239649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500"/>
              </a:lnSpc>
              <a:spcBef>
                <a:spcPts val="100"/>
              </a:spcBef>
            </a:pPr>
            <a:r>
              <a:rPr sz="3000" b="1" spc="-100" dirty="0">
                <a:solidFill>
                  <a:srgbClr val="FFFFFF"/>
                </a:solidFill>
                <a:latin typeface="Gotham"/>
                <a:cs typeface="Gotham"/>
              </a:rPr>
              <a:t>AYŞE</a:t>
            </a:r>
            <a:r>
              <a:rPr sz="3000" b="1" spc="-120" dirty="0">
                <a:solidFill>
                  <a:srgbClr val="FFFFFF"/>
                </a:solidFill>
                <a:latin typeface="Gotham"/>
                <a:cs typeface="Gotham"/>
              </a:rPr>
              <a:t> </a:t>
            </a:r>
            <a:r>
              <a:rPr sz="3000" b="1" spc="-30" dirty="0">
                <a:solidFill>
                  <a:srgbClr val="FFFFFF"/>
                </a:solidFill>
                <a:latin typeface="Gotham"/>
                <a:cs typeface="Gotham"/>
              </a:rPr>
              <a:t>KINAY</a:t>
            </a:r>
            <a:endParaRPr sz="3000">
              <a:latin typeface="Gotham"/>
              <a:cs typeface="Gotham"/>
            </a:endParaRPr>
          </a:p>
          <a:p>
            <a:pPr algn="ctr">
              <a:lnSpc>
                <a:spcPts val="2300"/>
              </a:lnSpc>
            </a:pPr>
            <a:r>
              <a:rPr sz="2000" dirty="0">
                <a:solidFill>
                  <a:srgbClr val="FFFFFF"/>
                </a:solidFill>
                <a:latin typeface="Gotham Book"/>
                <a:cs typeface="Gotham Book"/>
              </a:rPr>
              <a:t>Grup </a:t>
            </a:r>
            <a:r>
              <a:rPr sz="2000" spc="-10" dirty="0">
                <a:solidFill>
                  <a:srgbClr val="FFFFFF"/>
                </a:solidFill>
                <a:latin typeface="Gotham Book"/>
                <a:cs typeface="Gotham Book"/>
              </a:rPr>
              <a:t>Sözcüsü</a:t>
            </a:r>
            <a:endParaRPr sz="2000">
              <a:latin typeface="Gotham Book"/>
              <a:cs typeface="Gotham Boo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44979" y="8261740"/>
            <a:ext cx="3397250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5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Gotham"/>
                <a:cs typeface="Gotham"/>
              </a:rPr>
              <a:t>NERGIS</a:t>
            </a:r>
            <a:r>
              <a:rPr sz="3000" b="1" spc="-120" dirty="0">
                <a:solidFill>
                  <a:srgbClr val="FFFFFF"/>
                </a:solidFill>
                <a:latin typeface="Gotham"/>
                <a:cs typeface="Gotham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Gotham"/>
                <a:cs typeface="Gotham"/>
              </a:rPr>
              <a:t>PELINÖZ</a:t>
            </a:r>
            <a:endParaRPr sz="3000">
              <a:latin typeface="Gotham"/>
              <a:cs typeface="Gotham"/>
            </a:endParaRPr>
          </a:p>
          <a:p>
            <a:pPr algn="ctr">
              <a:lnSpc>
                <a:spcPts val="2300"/>
              </a:lnSpc>
            </a:pPr>
            <a:r>
              <a:rPr sz="2000" dirty="0">
                <a:solidFill>
                  <a:srgbClr val="FFFFFF"/>
                </a:solidFill>
                <a:latin typeface="Gotham Book"/>
                <a:cs typeface="Gotham Book"/>
              </a:rPr>
              <a:t>Grup </a:t>
            </a:r>
            <a:r>
              <a:rPr sz="2000" spc="-10" dirty="0">
                <a:solidFill>
                  <a:srgbClr val="FFFFFF"/>
                </a:solidFill>
                <a:latin typeface="Gotham Book"/>
                <a:cs typeface="Gotham Book"/>
              </a:rPr>
              <a:t>Lideri</a:t>
            </a:r>
            <a:endParaRPr sz="2000">
              <a:latin typeface="Gotham Book"/>
              <a:cs typeface="Gotham Boo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99318" y="8261740"/>
            <a:ext cx="2499995" cy="762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5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Gotham"/>
                <a:cs typeface="Gotham"/>
              </a:rPr>
              <a:t>ALI</a:t>
            </a:r>
            <a:r>
              <a:rPr sz="3000" b="1" spc="-55" dirty="0">
                <a:solidFill>
                  <a:srgbClr val="FFFFFF"/>
                </a:solidFill>
                <a:latin typeface="Gotham"/>
                <a:cs typeface="Gotham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Gotham"/>
                <a:cs typeface="Gotham"/>
              </a:rPr>
              <a:t>REYHAN</a:t>
            </a:r>
            <a:endParaRPr sz="3000">
              <a:latin typeface="Gotham"/>
              <a:cs typeface="Gotham"/>
            </a:endParaRPr>
          </a:p>
          <a:p>
            <a:pPr algn="ctr">
              <a:lnSpc>
                <a:spcPts val="2300"/>
              </a:lnSpc>
            </a:pPr>
            <a:r>
              <a:rPr sz="2000" dirty="0">
                <a:solidFill>
                  <a:srgbClr val="FFFFFF"/>
                </a:solidFill>
                <a:latin typeface="Gotham Book"/>
                <a:cs typeface="Gotham Book"/>
              </a:rPr>
              <a:t>Baş</a:t>
            </a:r>
            <a:r>
              <a:rPr sz="2000" spc="-40" dirty="0">
                <a:solidFill>
                  <a:srgbClr val="FFFFFF"/>
                </a:solidFill>
                <a:latin typeface="Gotham Book"/>
                <a:cs typeface="Gotham Book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Gotham Book"/>
                <a:cs typeface="Gotham Book"/>
              </a:rPr>
              <a:t>Araştırmacı</a:t>
            </a:r>
            <a:endParaRPr sz="2000">
              <a:latin typeface="Gotham Book"/>
              <a:cs typeface="Gotham Boo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18027" y="3076651"/>
            <a:ext cx="59055" cy="1006475"/>
          </a:xfrm>
          <a:custGeom>
            <a:avLst/>
            <a:gdLst/>
            <a:ahLst/>
            <a:cxnLst/>
            <a:rect l="l" t="t" r="r" b="b"/>
            <a:pathLst>
              <a:path w="59054" h="1006475">
                <a:moveTo>
                  <a:pt x="59054" y="0"/>
                </a:moveTo>
                <a:lnTo>
                  <a:pt x="0" y="0"/>
                </a:lnTo>
                <a:lnTo>
                  <a:pt x="0" y="1006474"/>
                </a:lnTo>
                <a:lnTo>
                  <a:pt x="59054" y="1006474"/>
                </a:lnTo>
                <a:lnTo>
                  <a:pt x="59054" y="0"/>
                </a:lnTo>
                <a:close/>
              </a:path>
            </a:pathLst>
          </a:custGeom>
          <a:solidFill>
            <a:srgbClr val="638A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8573" y="5617743"/>
            <a:ext cx="2438400" cy="243838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24215" y="5617743"/>
            <a:ext cx="2438398" cy="243838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29920" y="5617743"/>
            <a:ext cx="2438400" cy="2438387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pc="-50" dirty="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86" cy="102887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42493" y="8362874"/>
            <a:ext cx="1035404" cy="105283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763579" y="9250464"/>
            <a:ext cx="215900" cy="114300"/>
          </a:xfrm>
          <a:custGeom>
            <a:avLst/>
            <a:gdLst/>
            <a:ahLst/>
            <a:cxnLst/>
            <a:rect l="l" t="t" r="r" b="b"/>
            <a:pathLst>
              <a:path w="215900" h="114300">
                <a:moveTo>
                  <a:pt x="84683" y="2400"/>
                </a:moveTo>
                <a:lnTo>
                  <a:pt x="0" y="2400"/>
                </a:lnTo>
                <a:lnTo>
                  <a:pt x="0" y="22720"/>
                </a:lnTo>
                <a:lnTo>
                  <a:pt x="29578" y="22720"/>
                </a:lnTo>
                <a:lnTo>
                  <a:pt x="29578" y="111620"/>
                </a:lnTo>
                <a:lnTo>
                  <a:pt x="54597" y="111620"/>
                </a:lnTo>
                <a:lnTo>
                  <a:pt x="54597" y="22720"/>
                </a:lnTo>
                <a:lnTo>
                  <a:pt x="84683" y="22720"/>
                </a:lnTo>
                <a:lnTo>
                  <a:pt x="84683" y="2400"/>
                </a:lnTo>
                <a:close/>
              </a:path>
              <a:path w="215900" h="114300">
                <a:moveTo>
                  <a:pt x="114274" y="89738"/>
                </a:moveTo>
                <a:lnTo>
                  <a:pt x="108394" y="83527"/>
                </a:lnTo>
                <a:lnTo>
                  <a:pt x="99733" y="83527"/>
                </a:lnTo>
                <a:lnTo>
                  <a:pt x="91071" y="83527"/>
                </a:lnTo>
                <a:lnTo>
                  <a:pt x="85026" y="89903"/>
                </a:lnTo>
                <a:lnTo>
                  <a:pt x="85026" y="107391"/>
                </a:lnTo>
                <a:lnTo>
                  <a:pt x="91071" y="113766"/>
                </a:lnTo>
                <a:lnTo>
                  <a:pt x="108394" y="113766"/>
                </a:lnTo>
                <a:lnTo>
                  <a:pt x="114274" y="107391"/>
                </a:lnTo>
                <a:lnTo>
                  <a:pt x="114274" y="89738"/>
                </a:lnTo>
                <a:close/>
              </a:path>
              <a:path w="215900" h="114300">
                <a:moveTo>
                  <a:pt x="215646" y="4902"/>
                </a:moveTo>
                <a:lnTo>
                  <a:pt x="211353" y="3162"/>
                </a:lnTo>
                <a:lnTo>
                  <a:pt x="205270" y="1587"/>
                </a:lnTo>
                <a:lnTo>
                  <a:pt x="197573" y="444"/>
                </a:lnTo>
                <a:lnTo>
                  <a:pt x="188506" y="0"/>
                </a:lnTo>
                <a:lnTo>
                  <a:pt x="165036" y="3848"/>
                </a:lnTo>
                <a:lnTo>
                  <a:pt x="145923" y="15163"/>
                </a:lnTo>
                <a:lnTo>
                  <a:pt x="133057" y="33515"/>
                </a:lnTo>
                <a:lnTo>
                  <a:pt x="128346" y="58521"/>
                </a:lnTo>
                <a:lnTo>
                  <a:pt x="132003" y="80365"/>
                </a:lnTo>
                <a:lnTo>
                  <a:pt x="142913" y="97840"/>
                </a:lnTo>
                <a:lnTo>
                  <a:pt x="160972" y="109410"/>
                </a:lnTo>
                <a:lnTo>
                  <a:pt x="186055" y="113614"/>
                </a:lnTo>
                <a:lnTo>
                  <a:pt x="195491" y="113195"/>
                </a:lnTo>
                <a:lnTo>
                  <a:pt x="205676" y="91376"/>
                </a:lnTo>
                <a:lnTo>
                  <a:pt x="197332" y="93014"/>
                </a:lnTo>
                <a:lnTo>
                  <a:pt x="189814" y="93014"/>
                </a:lnTo>
                <a:lnTo>
                  <a:pt x="174917" y="90500"/>
                </a:lnTo>
                <a:lnTo>
                  <a:pt x="163830" y="83299"/>
                </a:lnTo>
                <a:lnTo>
                  <a:pt x="156895" y="71970"/>
                </a:lnTo>
                <a:lnTo>
                  <a:pt x="154508" y="57048"/>
                </a:lnTo>
                <a:lnTo>
                  <a:pt x="157213" y="41008"/>
                </a:lnTo>
                <a:lnTo>
                  <a:pt x="164668" y="29629"/>
                </a:lnTo>
                <a:lnTo>
                  <a:pt x="175818" y="22847"/>
                </a:lnTo>
                <a:lnTo>
                  <a:pt x="189649" y="20599"/>
                </a:lnTo>
                <a:lnTo>
                  <a:pt x="198475" y="20599"/>
                </a:lnTo>
                <a:lnTo>
                  <a:pt x="205511" y="22555"/>
                </a:lnTo>
                <a:lnTo>
                  <a:pt x="210578" y="24688"/>
                </a:lnTo>
                <a:lnTo>
                  <a:pt x="215646" y="49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6248806" y="9223483"/>
            <a:ext cx="448309" cy="139065"/>
            <a:chOff x="6248806" y="9223483"/>
            <a:chExt cx="448309" cy="13906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48806" y="9223483"/>
              <a:ext cx="111836" cy="13895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85501" y="9252255"/>
              <a:ext cx="90233" cy="11018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10101" y="9252251"/>
              <a:ext cx="186877" cy="11018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4610112" y="9223483"/>
            <a:ext cx="2244725" cy="375920"/>
            <a:chOff x="4610112" y="9223483"/>
            <a:chExt cx="2244725" cy="375920"/>
          </a:xfrm>
        </p:grpSpPr>
        <p:sp>
          <p:nvSpPr>
            <p:cNvPr id="10" name="object 10"/>
            <p:cNvSpPr/>
            <p:nvPr/>
          </p:nvSpPr>
          <p:spPr>
            <a:xfrm>
              <a:off x="4610113" y="9424607"/>
              <a:ext cx="222885" cy="139700"/>
            </a:xfrm>
            <a:custGeom>
              <a:avLst/>
              <a:gdLst/>
              <a:ahLst/>
              <a:cxnLst/>
              <a:rect l="l" t="t" r="r" b="b"/>
              <a:pathLst>
                <a:path w="222885" h="139700">
                  <a:moveTo>
                    <a:pt x="23698" y="4902"/>
                  </a:moveTo>
                  <a:lnTo>
                    <a:pt x="18948" y="0"/>
                  </a:lnTo>
                  <a:lnTo>
                    <a:pt x="6362" y="0"/>
                  </a:lnTo>
                  <a:lnTo>
                    <a:pt x="1295" y="4902"/>
                  </a:lnTo>
                  <a:lnTo>
                    <a:pt x="1295" y="17157"/>
                  </a:lnTo>
                  <a:lnTo>
                    <a:pt x="6197" y="22390"/>
                  </a:lnTo>
                  <a:lnTo>
                    <a:pt x="12738" y="22390"/>
                  </a:lnTo>
                  <a:lnTo>
                    <a:pt x="18948" y="22390"/>
                  </a:lnTo>
                  <a:lnTo>
                    <a:pt x="23698" y="17157"/>
                  </a:lnTo>
                  <a:lnTo>
                    <a:pt x="23698" y="4902"/>
                  </a:lnTo>
                  <a:close/>
                </a:path>
                <a:path w="222885" h="139700">
                  <a:moveTo>
                    <a:pt x="25019" y="28752"/>
                  </a:moveTo>
                  <a:lnTo>
                    <a:pt x="0" y="28752"/>
                  </a:lnTo>
                  <a:lnTo>
                    <a:pt x="0" y="138938"/>
                  </a:lnTo>
                  <a:lnTo>
                    <a:pt x="25019" y="138938"/>
                  </a:lnTo>
                  <a:lnTo>
                    <a:pt x="25019" y="28752"/>
                  </a:lnTo>
                  <a:close/>
                </a:path>
                <a:path w="222885" h="139700">
                  <a:moveTo>
                    <a:pt x="140093" y="138950"/>
                  </a:moveTo>
                  <a:lnTo>
                    <a:pt x="101676" y="75679"/>
                  </a:lnTo>
                  <a:lnTo>
                    <a:pt x="138137" y="28765"/>
                  </a:lnTo>
                  <a:lnTo>
                    <a:pt x="107569" y="28765"/>
                  </a:lnTo>
                  <a:lnTo>
                    <a:pt x="82562" y="65379"/>
                  </a:lnTo>
                  <a:lnTo>
                    <a:pt x="77495" y="73228"/>
                  </a:lnTo>
                  <a:lnTo>
                    <a:pt x="75044" y="77482"/>
                  </a:lnTo>
                  <a:lnTo>
                    <a:pt x="74549" y="77482"/>
                  </a:lnTo>
                  <a:lnTo>
                    <a:pt x="74549" y="28765"/>
                  </a:lnTo>
                  <a:lnTo>
                    <a:pt x="49860" y="28765"/>
                  </a:lnTo>
                  <a:lnTo>
                    <a:pt x="49860" y="138950"/>
                  </a:lnTo>
                  <a:lnTo>
                    <a:pt x="74549" y="138950"/>
                  </a:lnTo>
                  <a:lnTo>
                    <a:pt x="74549" y="102984"/>
                  </a:lnTo>
                  <a:lnTo>
                    <a:pt x="84035" y="91376"/>
                  </a:lnTo>
                  <a:lnTo>
                    <a:pt x="110998" y="138950"/>
                  </a:lnTo>
                  <a:lnTo>
                    <a:pt x="140093" y="138950"/>
                  </a:lnTo>
                  <a:close/>
                </a:path>
                <a:path w="222885" h="139700">
                  <a:moveTo>
                    <a:pt x="222364" y="117665"/>
                  </a:moveTo>
                  <a:lnTo>
                    <a:pt x="153530" y="117665"/>
                  </a:lnTo>
                  <a:lnTo>
                    <a:pt x="153530" y="139255"/>
                  </a:lnTo>
                  <a:lnTo>
                    <a:pt x="222364" y="139255"/>
                  </a:lnTo>
                  <a:lnTo>
                    <a:pt x="222364" y="1176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50485" y="9223483"/>
              <a:ext cx="1702356" cy="37570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63643" y="9453359"/>
              <a:ext cx="1925955" cy="111125"/>
            </a:xfrm>
            <a:custGeom>
              <a:avLst/>
              <a:gdLst/>
              <a:ahLst/>
              <a:cxnLst/>
              <a:rect l="l" t="t" r="r" b="b"/>
              <a:pathLst>
                <a:path w="1925954" h="111125">
                  <a:moveTo>
                    <a:pt x="25019" y="12"/>
                  </a:moveTo>
                  <a:lnTo>
                    <a:pt x="0" y="12"/>
                  </a:lnTo>
                  <a:lnTo>
                    <a:pt x="0" y="88912"/>
                  </a:lnTo>
                  <a:lnTo>
                    <a:pt x="25019" y="88912"/>
                  </a:lnTo>
                  <a:lnTo>
                    <a:pt x="25019" y="12"/>
                  </a:lnTo>
                  <a:close/>
                </a:path>
                <a:path w="1925954" h="111125">
                  <a:moveTo>
                    <a:pt x="1882889" y="88912"/>
                  </a:moveTo>
                  <a:lnTo>
                    <a:pt x="1839074" y="88912"/>
                  </a:lnTo>
                  <a:lnTo>
                    <a:pt x="1839074" y="12"/>
                  </a:lnTo>
                  <a:lnTo>
                    <a:pt x="1814055" y="12"/>
                  </a:lnTo>
                  <a:lnTo>
                    <a:pt x="1814055" y="88912"/>
                  </a:lnTo>
                  <a:lnTo>
                    <a:pt x="1814055" y="110502"/>
                  </a:lnTo>
                  <a:lnTo>
                    <a:pt x="1882889" y="110502"/>
                  </a:lnTo>
                  <a:lnTo>
                    <a:pt x="1882889" y="88912"/>
                  </a:lnTo>
                  <a:close/>
                </a:path>
                <a:path w="1925954" h="111125">
                  <a:moveTo>
                    <a:pt x="1925916" y="0"/>
                  </a:moveTo>
                  <a:lnTo>
                    <a:pt x="1900897" y="0"/>
                  </a:lnTo>
                  <a:lnTo>
                    <a:pt x="1900897" y="110185"/>
                  </a:lnTo>
                  <a:lnTo>
                    <a:pt x="1925916" y="110185"/>
                  </a:lnTo>
                  <a:lnTo>
                    <a:pt x="1925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09343" y="9426065"/>
              <a:ext cx="97116" cy="13861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829209" y="9453359"/>
              <a:ext cx="25400" cy="110489"/>
            </a:xfrm>
            <a:custGeom>
              <a:avLst/>
              <a:gdLst/>
              <a:ahLst/>
              <a:cxnLst/>
              <a:rect l="l" t="t" r="r" b="b"/>
              <a:pathLst>
                <a:path w="25400" h="110490">
                  <a:moveTo>
                    <a:pt x="25019" y="0"/>
                  </a:moveTo>
                  <a:lnTo>
                    <a:pt x="0" y="0"/>
                  </a:lnTo>
                  <a:lnTo>
                    <a:pt x="0" y="110185"/>
                  </a:lnTo>
                  <a:lnTo>
                    <a:pt x="25019" y="110185"/>
                  </a:lnTo>
                  <a:lnTo>
                    <a:pt x="25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253432" y="8178045"/>
            <a:ext cx="957475" cy="957651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7240434" y="8413470"/>
            <a:ext cx="10795" cy="951230"/>
          </a:xfrm>
          <a:custGeom>
            <a:avLst/>
            <a:gdLst/>
            <a:ahLst/>
            <a:cxnLst/>
            <a:rect l="l" t="t" r="r" b="b"/>
            <a:pathLst>
              <a:path w="10795" h="951229">
                <a:moveTo>
                  <a:pt x="10274" y="0"/>
                </a:moveTo>
                <a:lnTo>
                  <a:pt x="0" y="0"/>
                </a:lnTo>
                <a:lnTo>
                  <a:pt x="0" y="950696"/>
                </a:lnTo>
                <a:lnTo>
                  <a:pt x="10274" y="950696"/>
                </a:lnTo>
                <a:lnTo>
                  <a:pt x="102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038524" y="8413470"/>
            <a:ext cx="10795" cy="951230"/>
          </a:xfrm>
          <a:custGeom>
            <a:avLst/>
            <a:gdLst/>
            <a:ahLst/>
            <a:cxnLst/>
            <a:rect l="l" t="t" r="r" b="b"/>
            <a:pathLst>
              <a:path w="10795" h="951229">
                <a:moveTo>
                  <a:pt x="10274" y="0"/>
                </a:moveTo>
                <a:lnTo>
                  <a:pt x="0" y="0"/>
                </a:lnTo>
                <a:lnTo>
                  <a:pt x="0" y="950696"/>
                </a:lnTo>
                <a:lnTo>
                  <a:pt x="10274" y="950696"/>
                </a:lnTo>
                <a:lnTo>
                  <a:pt x="102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267615" y="8413470"/>
            <a:ext cx="10795" cy="951230"/>
          </a:xfrm>
          <a:custGeom>
            <a:avLst/>
            <a:gdLst/>
            <a:ahLst/>
            <a:cxnLst/>
            <a:rect l="l" t="t" r="r" b="b"/>
            <a:pathLst>
              <a:path w="10795" h="951229">
                <a:moveTo>
                  <a:pt x="10274" y="0"/>
                </a:moveTo>
                <a:lnTo>
                  <a:pt x="0" y="0"/>
                </a:lnTo>
                <a:lnTo>
                  <a:pt x="0" y="950696"/>
                </a:lnTo>
                <a:lnTo>
                  <a:pt x="10274" y="950696"/>
                </a:lnTo>
                <a:lnTo>
                  <a:pt x="102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363305" y="8356905"/>
            <a:ext cx="561975" cy="468630"/>
          </a:xfrm>
          <a:custGeom>
            <a:avLst/>
            <a:gdLst/>
            <a:ahLst/>
            <a:cxnLst/>
            <a:rect l="l" t="t" r="r" b="b"/>
            <a:pathLst>
              <a:path w="561975" h="468629">
                <a:moveTo>
                  <a:pt x="507047" y="12763"/>
                </a:moveTo>
                <a:lnTo>
                  <a:pt x="506755" y="11633"/>
                </a:lnTo>
                <a:lnTo>
                  <a:pt x="506133" y="9169"/>
                </a:lnTo>
                <a:lnTo>
                  <a:pt x="505409" y="8458"/>
                </a:lnTo>
                <a:lnTo>
                  <a:pt x="502412" y="5727"/>
                </a:lnTo>
                <a:lnTo>
                  <a:pt x="503161" y="5727"/>
                </a:lnTo>
                <a:lnTo>
                  <a:pt x="498475" y="5118"/>
                </a:lnTo>
                <a:lnTo>
                  <a:pt x="489216" y="4432"/>
                </a:lnTo>
                <a:lnTo>
                  <a:pt x="476389" y="3632"/>
                </a:lnTo>
                <a:lnTo>
                  <a:pt x="452056" y="2400"/>
                </a:lnTo>
                <a:lnTo>
                  <a:pt x="451497" y="2400"/>
                </a:lnTo>
                <a:lnTo>
                  <a:pt x="438810" y="1409"/>
                </a:lnTo>
                <a:lnTo>
                  <a:pt x="420230" y="558"/>
                </a:lnTo>
                <a:lnTo>
                  <a:pt x="398703" y="1181"/>
                </a:lnTo>
                <a:lnTo>
                  <a:pt x="375996" y="2997"/>
                </a:lnTo>
                <a:lnTo>
                  <a:pt x="353898" y="5727"/>
                </a:lnTo>
                <a:lnTo>
                  <a:pt x="328307" y="8458"/>
                </a:lnTo>
                <a:lnTo>
                  <a:pt x="297903" y="10388"/>
                </a:lnTo>
                <a:lnTo>
                  <a:pt x="268503" y="11455"/>
                </a:lnTo>
                <a:lnTo>
                  <a:pt x="245973" y="11633"/>
                </a:lnTo>
                <a:lnTo>
                  <a:pt x="231178" y="11150"/>
                </a:lnTo>
                <a:lnTo>
                  <a:pt x="221259" y="10388"/>
                </a:lnTo>
                <a:lnTo>
                  <a:pt x="220840" y="10388"/>
                </a:lnTo>
                <a:lnTo>
                  <a:pt x="212229" y="9169"/>
                </a:lnTo>
                <a:lnTo>
                  <a:pt x="205613" y="7785"/>
                </a:lnTo>
                <a:lnTo>
                  <a:pt x="193662" y="6642"/>
                </a:lnTo>
                <a:lnTo>
                  <a:pt x="154279" y="5461"/>
                </a:lnTo>
                <a:lnTo>
                  <a:pt x="139052" y="4775"/>
                </a:lnTo>
                <a:lnTo>
                  <a:pt x="130429" y="4152"/>
                </a:lnTo>
                <a:lnTo>
                  <a:pt x="51816" y="0"/>
                </a:lnTo>
                <a:lnTo>
                  <a:pt x="44856" y="7327"/>
                </a:lnTo>
                <a:lnTo>
                  <a:pt x="45161" y="16713"/>
                </a:lnTo>
                <a:lnTo>
                  <a:pt x="45224" y="31343"/>
                </a:lnTo>
                <a:lnTo>
                  <a:pt x="45326" y="52184"/>
                </a:lnTo>
                <a:lnTo>
                  <a:pt x="45440" y="62699"/>
                </a:lnTo>
                <a:lnTo>
                  <a:pt x="45529" y="66827"/>
                </a:lnTo>
                <a:lnTo>
                  <a:pt x="45593" y="69329"/>
                </a:lnTo>
                <a:lnTo>
                  <a:pt x="45694" y="73710"/>
                </a:lnTo>
                <a:lnTo>
                  <a:pt x="45808" y="78917"/>
                </a:lnTo>
                <a:lnTo>
                  <a:pt x="45923" y="82296"/>
                </a:lnTo>
                <a:lnTo>
                  <a:pt x="46215" y="101117"/>
                </a:lnTo>
                <a:lnTo>
                  <a:pt x="46050" y="119024"/>
                </a:lnTo>
                <a:lnTo>
                  <a:pt x="45796" y="133972"/>
                </a:lnTo>
                <a:lnTo>
                  <a:pt x="45808" y="144373"/>
                </a:lnTo>
                <a:lnTo>
                  <a:pt x="46062" y="153073"/>
                </a:lnTo>
                <a:lnTo>
                  <a:pt x="50977" y="162077"/>
                </a:lnTo>
                <a:lnTo>
                  <a:pt x="56654" y="164033"/>
                </a:lnTo>
                <a:lnTo>
                  <a:pt x="58940" y="164033"/>
                </a:lnTo>
                <a:lnTo>
                  <a:pt x="67132" y="166751"/>
                </a:lnTo>
                <a:lnTo>
                  <a:pt x="79717" y="173443"/>
                </a:lnTo>
                <a:lnTo>
                  <a:pt x="89090" y="177330"/>
                </a:lnTo>
                <a:lnTo>
                  <a:pt x="96888" y="169659"/>
                </a:lnTo>
                <a:lnTo>
                  <a:pt x="100482" y="166941"/>
                </a:lnTo>
                <a:lnTo>
                  <a:pt x="159867" y="124383"/>
                </a:lnTo>
                <a:lnTo>
                  <a:pt x="195630" y="103136"/>
                </a:lnTo>
                <a:lnTo>
                  <a:pt x="265645" y="70993"/>
                </a:lnTo>
                <a:lnTo>
                  <a:pt x="328256" y="46189"/>
                </a:lnTo>
                <a:lnTo>
                  <a:pt x="336842" y="44767"/>
                </a:lnTo>
                <a:lnTo>
                  <a:pt x="347713" y="45554"/>
                </a:lnTo>
                <a:lnTo>
                  <a:pt x="358749" y="48234"/>
                </a:lnTo>
                <a:lnTo>
                  <a:pt x="367804" y="52514"/>
                </a:lnTo>
                <a:lnTo>
                  <a:pt x="382308" y="57683"/>
                </a:lnTo>
                <a:lnTo>
                  <a:pt x="405028" y="62699"/>
                </a:lnTo>
                <a:lnTo>
                  <a:pt x="426948" y="66827"/>
                </a:lnTo>
                <a:lnTo>
                  <a:pt x="439064" y="69329"/>
                </a:lnTo>
                <a:lnTo>
                  <a:pt x="445592" y="71310"/>
                </a:lnTo>
                <a:lnTo>
                  <a:pt x="464439" y="76708"/>
                </a:lnTo>
                <a:lnTo>
                  <a:pt x="471474" y="78917"/>
                </a:lnTo>
                <a:lnTo>
                  <a:pt x="474954" y="80149"/>
                </a:lnTo>
                <a:lnTo>
                  <a:pt x="483793" y="79451"/>
                </a:lnTo>
                <a:lnTo>
                  <a:pt x="497903" y="77698"/>
                </a:lnTo>
                <a:lnTo>
                  <a:pt x="501027" y="77127"/>
                </a:lnTo>
                <a:lnTo>
                  <a:pt x="503859" y="73710"/>
                </a:lnTo>
                <a:lnTo>
                  <a:pt x="504126" y="71310"/>
                </a:lnTo>
                <a:lnTo>
                  <a:pt x="504164" y="70993"/>
                </a:lnTo>
                <a:lnTo>
                  <a:pt x="506044" y="46189"/>
                </a:lnTo>
                <a:lnTo>
                  <a:pt x="506133" y="44767"/>
                </a:lnTo>
                <a:lnTo>
                  <a:pt x="506310" y="41757"/>
                </a:lnTo>
                <a:lnTo>
                  <a:pt x="506780" y="31343"/>
                </a:lnTo>
                <a:lnTo>
                  <a:pt x="507009" y="22555"/>
                </a:lnTo>
                <a:lnTo>
                  <a:pt x="507047" y="12763"/>
                </a:lnTo>
                <a:close/>
              </a:path>
              <a:path w="561975" h="468629">
                <a:moveTo>
                  <a:pt x="511467" y="363397"/>
                </a:moveTo>
                <a:lnTo>
                  <a:pt x="505891" y="357593"/>
                </a:lnTo>
                <a:lnTo>
                  <a:pt x="497446" y="356565"/>
                </a:lnTo>
                <a:lnTo>
                  <a:pt x="496265" y="356120"/>
                </a:lnTo>
                <a:lnTo>
                  <a:pt x="463118" y="353377"/>
                </a:lnTo>
                <a:lnTo>
                  <a:pt x="446493" y="352234"/>
                </a:lnTo>
                <a:lnTo>
                  <a:pt x="432358" y="351510"/>
                </a:lnTo>
                <a:lnTo>
                  <a:pt x="422719" y="351409"/>
                </a:lnTo>
                <a:lnTo>
                  <a:pt x="364464" y="352755"/>
                </a:lnTo>
                <a:lnTo>
                  <a:pt x="354114" y="352272"/>
                </a:lnTo>
                <a:lnTo>
                  <a:pt x="343014" y="350520"/>
                </a:lnTo>
                <a:lnTo>
                  <a:pt x="328371" y="348526"/>
                </a:lnTo>
                <a:lnTo>
                  <a:pt x="307428" y="347332"/>
                </a:lnTo>
                <a:lnTo>
                  <a:pt x="284835" y="346468"/>
                </a:lnTo>
                <a:lnTo>
                  <a:pt x="265264" y="345313"/>
                </a:lnTo>
                <a:lnTo>
                  <a:pt x="245706" y="344741"/>
                </a:lnTo>
                <a:lnTo>
                  <a:pt x="223189" y="345643"/>
                </a:lnTo>
                <a:lnTo>
                  <a:pt x="199491" y="347230"/>
                </a:lnTo>
                <a:lnTo>
                  <a:pt x="163207" y="349250"/>
                </a:lnTo>
                <a:lnTo>
                  <a:pt x="127038" y="318236"/>
                </a:lnTo>
                <a:lnTo>
                  <a:pt x="125095" y="257873"/>
                </a:lnTo>
                <a:lnTo>
                  <a:pt x="124193" y="244881"/>
                </a:lnTo>
                <a:lnTo>
                  <a:pt x="122897" y="234302"/>
                </a:lnTo>
                <a:lnTo>
                  <a:pt x="121259" y="230505"/>
                </a:lnTo>
                <a:lnTo>
                  <a:pt x="115735" y="230162"/>
                </a:lnTo>
                <a:lnTo>
                  <a:pt x="110604" y="233578"/>
                </a:lnTo>
                <a:lnTo>
                  <a:pt x="93700" y="243776"/>
                </a:lnTo>
                <a:lnTo>
                  <a:pt x="57785" y="276809"/>
                </a:lnTo>
                <a:lnTo>
                  <a:pt x="50469" y="369354"/>
                </a:lnTo>
                <a:lnTo>
                  <a:pt x="50977" y="399059"/>
                </a:lnTo>
                <a:lnTo>
                  <a:pt x="50558" y="419049"/>
                </a:lnTo>
                <a:lnTo>
                  <a:pt x="55727" y="462140"/>
                </a:lnTo>
                <a:lnTo>
                  <a:pt x="72174" y="463308"/>
                </a:lnTo>
                <a:lnTo>
                  <a:pt x="89471" y="462584"/>
                </a:lnTo>
                <a:lnTo>
                  <a:pt x="96278" y="462000"/>
                </a:lnTo>
                <a:lnTo>
                  <a:pt x="102336" y="461911"/>
                </a:lnTo>
                <a:lnTo>
                  <a:pt x="109880" y="462610"/>
                </a:lnTo>
                <a:lnTo>
                  <a:pt x="136131" y="466712"/>
                </a:lnTo>
                <a:lnTo>
                  <a:pt x="145999" y="467652"/>
                </a:lnTo>
                <a:lnTo>
                  <a:pt x="156375" y="468083"/>
                </a:lnTo>
                <a:lnTo>
                  <a:pt x="183883" y="467385"/>
                </a:lnTo>
                <a:lnTo>
                  <a:pt x="209575" y="467017"/>
                </a:lnTo>
                <a:lnTo>
                  <a:pt x="238467" y="467055"/>
                </a:lnTo>
                <a:lnTo>
                  <a:pt x="288683" y="468261"/>
                </a:lnTo>
                <a:lnTo>
                  <a:pt x="311810" y="467880"/>
                </a:lnTo>
                <a:lnTo>
                  <a:pt x="348665" y="466407"/>
                </a:lnTo>
                <a:lnTo>
                  <a:pt x="362407" y="465328"/>
                </a:lnTo>
                <a:lnTo>
                  <a:pt x="376123" y="463397"/>
                </a:lnTo>
                <a:lnTo>
                  <a:pt x="428752" y="455155"/>
                </a:lnTo>
                <a:lnTo>
                  <a:pt x="435368" y="454672"/>
                </a:lnTo>
                <a:lnTo>
                  <a:pt x="502805" y="455853"/>
                </a:lnTo>
                <a:lnTo>
                  <a:pt x="509295" y="447954"/>
                </a:lnTo>
                <a:lnTo>
                  <a:pt x="508977" y="438111"/>
                </a:lnTo>
                <a:lnTo>
                  <a:pt x="509016" y="415328"/>
                </a:lnTo>
                <a:lnTo>
                  <a:pt x="511467" y="363397"/>
                </a:lnTo>
                <a:close/>
              </a:path>
              <a:path w="561975" h="468629">
                <a:moveTo>
                  <a:pt x="561771" y="177126"/>
                </a:moveTo>
                <a:lnTo>
                  <a:pt x="525297" y="148844"/>
                </a:lnTo>
                <a:lnTo>
                  <a:pt x="483514" y="130365"/>
                </a:lnTo>
                <a:lnTo>
                  <a:pt x="403212" y="110845"/>
                </a:lnTo>
                <a:lnTo>
                  <a:pt x="360832" y="102527"/>
                </a:lnTo>
                <a:lnTo>
                  <a:pt x="348424" y="100126"/>
                </a:lnTo>
                <a:lnTo>
                  <a:pt x="336321" y="96710"/>
                </a:lnTo>
                <a:lnTo>
                  <a:pt x="325970" y="93141"/>
                </a:lnTo>
                <a:lnTo>
                  <a:pt x="313182" y="88061"/>
                </a:lnTo>
                <a:lnTo>
                  <a:pt x="306844" y="86156"/>
                </a:lnTo>
                <a:lnTo>
                  <a:pt x="299681" y="85280"/>
                </a:lnTo>
                <a:lnTo>
                  <a:pt x="291642" y="86118"/>
                </a:lnTo>
                <a:lnTo>
                  <a:pt x="265290" y="92519"/>
                </a:lnTo>
                <a:lnTo>
                  <a:pt x="189052" y="128701"/>
                </a:lnTo>
                <a:lnTo>
                  <a:pt x="172021" y="138658"/>
                </a:lnTo>
                <a:lnTo>
                  <a:pt x="143814" y="154279"/>
                </a:lnTo>
                <a:lnTo>
                  <a:pt x="99225" y="182257"/>
                </a:lnTo>
                <a:lnTo>
                  <a:pt x="56413" y="213156"/>
                </a:lnTo>
                <a:lnTo>
                  <a:pt x="8521" y="253923"/>
                </a:lnTo>
                <a:lnTo>
                  <a:pt x="952" y="260604"/>
                </a:lnTo>
                <a:lnTo>
                  <a:pt x="0" y="269798"/>
                </a:lnTo>
                <a:lnTo>
                  <a:pt x="12928" y="278892"/>
                </a:lnTo>
                <a:lnTo>
                  <a:pt x="21463" y="279768"/>
                </a:lnTo>
                <a:lnTo>
                  <a:pt x="25476" y="276326"/>
                </a:lnTo>
                <a:lnTo>
                  <a:pt x="44297" y="261531"/>
                </a:lnTo>
                <a:lnTo>
                  <a:pt x="93383" y="229908"/>
                </a:lnTo>
                <a:lnTo>
                  <a:pt x="144957" y="202730"/>
                </a:lnTo>
                <a:lnTo>
                  <a:pt x="200228" y="172948"/>
                </a:lnTo>
                <a:lnTo>
                  <a:pt x="249428" y="146570"/>
                </a:lnTo>
                <a:lnTo>
                  <a:pt x="284924" y="122847"/>
                </a:lnTo>
                <a:lnTo>
                  <a:pt x="293878" y="121170"/>
                </a:lnTo>
                <a:lnTo>
                  <a:pt x="299758" y="123113"/>
                </a:lnTo>
                <a:lnTo>
                  <a:pt x="334975" y="136702"/>
                </a:lnTo>
                <a:lnTo>
                  <a:pt x="341731" y="138734"/>
                </a:lnTo>
                <a:lnTo>
                  <a:pt x="347916" y="139496"/>
                </a:lnTo>
                <a:lnTo>
                  <a:pt x="356260" y="139649"/>
                </a:lnTo>
                <a:lnTo>
                  <a:pt x="368973" y="138938"/>
                </a:lnTo>
                <a:lnTo>
                  <a:pt x="372643" y="139941"/>
                </a:lnTo>
                <a:lnTo>
                  <a:pt x="379234" y="142989"/>
                </a:lnTo>
                <a:lnTo>
                  <a:pt x="391375" y="149529"/>
                </a:lnTo>
                <a:lnTo>
                  <a:pt x="406057" y="157911"/>
                </a:lnTo>
                <a:lnTo>
                  <a:pt x="451840" y="186016"/>
                </a:lnTo>
                <a:lnTo>
                  <a:pt x="469633" y="196405"/>
                </a:lnTo>
                <a:lnTo>
                  <a:pt x="486867" y="205587"/>
                </a:lnTo>
                <a:lnTo>
                  <a:pt x="499402" y="211404"/>
                </a:lnTo>
                <a:lnTo>
                  <a:pt x="506069" y="213614"/>
                </a:lnTo>
                <a:lnTo>
                  <a:pt x="513702" y="214185"/>
                </a:lnTo>
                <a:lnTo>
                  <a:pt x="520192" y="215265"/>
                </a:lnTo>
                <a:lnTo>
                  <a:pt x="533400" y="218732"/>
                </a:lnTo>
                <a:lnTo>
                  <a:pt x="536790" y="216471"/>
                </a:lnTo>
                <a:lnTo>
                  <a:pt x="541616" y="210223"/>
                </a:lnTo>
                <a:lnTo>
                  <a:pt x="553364" y="193484"/>
                </a:lnTo>
                <a:lnTo>
                  <a:pt x="559015" y="183527"/>
                </a:lnTo>
                <a:lnTo>
                  <a:pt x="561771" y="1771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7637442" y="8928360"/>
            <a:ext cx="2014855" cy="492125"/>
            <a:chOff x="7637442" y="8928360"/>
            <a:chExt cx="2014855" cy="492125"/>
          </a:xfrm>
        </p:grpSpPr>
        <p:sp>
          <p:nvSpPr>
            <p:cNvPr id="21" name="object 21"/>
            <p:cNvSpPr/>
            <p:nvPr/>
          </p:nvSpPr>
          <p:spPr>
            <a:xfrm>
              <a:off x="9475419" y="8932024"/>
              <a:ext cx="176530" cy="248920"/>
            </a:xfrm>
            <a:custGeom>
              <a:avLst/>
              <a:gdLst/>
              <a:ahLst/>
              <a:cxnLst/>
              <a:rect l="l" t="t" r="r" b="b"/>
              <a:pathLst>
                <a:path w="176529" h="248920">
                  <a:moveTo>
                    <a:pt x="176352" y="0"/>
                  </a:moveTo>
                  <a:lnTo>
                    <a:pt x="0" y="0"/>
                  </a:lnTo>
                  <a:lnTo>
                    <a:pt x="0" y="48260"/>
                  </a:lnTo>
                  <a:lnTo>
                    <a:pt x="62598" y="48260"/>
                  </a:lnTo>
                  <a:lnTo>
                    <a:pt x="62598" y="248920"/>
                  </a:lnTo>
                  <a:lnTo>
                    <a:pt x="113817" y="248920"/>
                  </a:lnTo>
                  <a:lnTo>
                    <a:pt x="113817" y="48260"/>
                  </a:lnTo>
                  <a:lnTo>
                    <a:pt x="176352" y="48260"/>
                  </a:lnTo>
                  <a:lnTo>
                    <a:pt x="1763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37442" y="8928360"/>
              <a:ext cx="2011243" cy="491968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435538" y="8596413"/>
            <a:ext cx="1448663" cy="58478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74776" y="6857378"/>
            <a:ext cx="4138447" cy="779416"/>
          </a:xfrm>
          <a:prstGeom prst="rect">
            <a:avLst/>
          </a:prstGeom>
        </p:spPr>
      </p:pic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6814535" y="1666074"/>
            <a:ext cx="465899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87370" algn="l"/>
              </a:tabLst>
            </a:pPr>
            <a:r>
              <a:rPr sz="4800" spc="-10" dirty="0">
                <a:latin typeface="Arial" panose="020B0604020202020204" pitchFamily="34" charset="0"/>
                <a:cs typeface="Arial" panose="020B0604020202020204" pitchFamily="34" charset="0"/>
              </a:rPr>
              <a:t>PROJE</a:t>
            </a:r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4800" spc="-25" dirty="0">
                <a:latin typeface="Arial" panose="020B0604020202020204" pitchFamily="34" charset="0"/>
                <a:cs typeface="Arial" panose="020B0604020202020204" pitchFamily="34" charset="0"/>
              </a:rPr>
              <a:t>ADI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74250" y="2580284"/>
            <a:ext cx="6139815" cy="5000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535" marR="81915" algn="ctr">
              <a:lnSpc>
                <a:spcPct val="119100"/>
              </a:lnSpc>
              <a:spcBef>
                <a:spcPts val="100"/>
              </a:spcBef>
              <a:tabLst>
                <a:tab pos="1655445" algn="l"/>
                <a:tab pos="3011170" algn="l"/>
                <a:tab pos="3370579" algn="l"/>
                <a:tab pos="4542155" algn="l"/>
              </a:tabLst>
            </a:pPr>
            <a:r>
              <a:rPr sz="35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MOTTONUZ!</a:t>
            </a:r>
            <a:r>
              <a:rPr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500" spc="-5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5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(Son</a:t>
            </a:r>
            <a:r>
              <a:rPr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500" spc="-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cümle) </a:t>
            </a:r>
            <a:r>
              <a:rPr sz="35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TAKIM</a:t>
            </a:r>
            <a:r>
              <a:rPr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500" spc="-2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</a:t>
            </a:r>
            <a:endParaRPr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2713355" algn="l"/>
                <a:tab pos="3620770" algn="l"/>
              </a:tabLst>
            </a:pPr>
            <a:r>
              <a:rPr sz="3500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Dinlediğiniz</a:t>
            </a:r>
            <a:r>
              <a:rPr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500" spc="-2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İçin</a:t>
            </a:r>
            <a:r>
              <a:rPr sz="35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sz="3500" spc="-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Teşekkürler</a:t>
            </a:r>
            <a:endParaRPr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endParaRPr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3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</a:pPr>
            <a:r>
              <a:rPr sz="4750" b="1" spc="-1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IDEATHON</a:t>
            </a:r>
            <a:endParaRPr sz="4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341</Words>
  <Application>Microsoft Macintosh PowerPoint</Application>
  <PresentationFormat>Özel</PresentationFormat>
  <Paragraphs>69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6" baseType="lpstr">
      <vt:lpstr>Arial</vt:lpstr>
      <vt:lpstr>Calibri</vt:lpstr>
      <vt:lpstr>Gotham</vt:lpstr>
      <vt:lpstr>Gotham Black</vt:lpstr>
      <vt:lpstr>Gotham Book</vt:lpstr>
      <vt:lpstr>Office Theme</vt:lpstr>
      <vt:lpstr>IDEATHON</vt:lpstr>
      <vt:lpstr>Problem</vt:lpstr>
      <vt:lpstr>Çözüm</vt:lpstr>
      <vt:lpstr>Fikir/Ürün/Hizmet</vt:lpstr>
      <vt:lpstr>Teknoloji ve Entegrasyon</vt:lpstr>
      <vt:lpstr>Hedef Kullanıcılar ve Mevcut Durum</vt:lpstr>
      <vt:lpstr>Etki ve Başarı Metrikleri</vt:lpstr>
      <vt:lpstr>Emlak Konut’ta Pilot Senaryo</vt:lpstr>
      <vt:lpstr>Takım</vt:lpstr>
      <vt:lpstr>PROJE ADI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Sunum Tasarımı (Emlak Konut) (Geleceğe Kapı Açan Fikirler)</dc:title>
  <cp:lastModifiedBy>Birkant Çelik</cp:lastModifiedBy>
  <cp:revision>3</cp:revision>
  <dcterms:created xsi:type="dcterms:W3CDTF">2025-11-28T07:08:26Z</dcterms:created>
  <dcterms:modified xsi:type="dcterms:W3CDTF">2026-03-27T15:13:50Z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2025-11-28T00:00:00Z</vt:filetime>
  </property>
  <property fmtid="{D5CDD505-2E9C-101B-9397-08002B2CF9AE}" pid="3" name="Creator">
    <vt:lpwstr>Adobe Illustrator 30.0 (Macintosh)</vt:lpwstr>
  </property>
  <property fmtid="{D5CDD505-2E9C-101B-9397-08002B2CF9AE}" pid="4" name="GTS_PDFXVersion">
    <vt:lpwstr>PDF/X-4</vt:lpwstr>
  </property>
  <property fmtid="{D5CDD505-2E9C-101B-9397-08002B2CF9AE}" pid="5" name="LastSaved">
    <vt:filetime>2025-11-28T00:00:00Z</vt:filetime>
  </property>
  <property fmtid="{D5CDD505-2E9C-101B-9397-08002B2CF9AE}" pid="6" name="Producer">
    <vt:lpwstr>Adobe PDF library 17.00</vt:lpwstr>
  </property>
</Properties>
</file>